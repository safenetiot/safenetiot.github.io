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23"/>
  </p:notesMasterIdLst>
  <p:sldIdLst>
    <p:sldId id="256" r:id="rId2"/>
    <p:sldId id="296" r:id="rId3"/>
    <p:sldId id="303" r:id="rId4"/>
    <p:sldId id="298" r:id="rId5"/>
    <p:sldId id="299" r:id="rId6"/>
    <p:sldId id="302" r:id="rId7"/>
    <p:sldId id="287" r:id="rId8"/>
    <p:sldId id="304" r:id="rId9"/>
    <p:sldId id="288" r:id="rId10"/>
    <p:sldId id="289" r:id="rId11"/>
    <p:sldId id="290" r:id="rId12"/>
    <p:sldId id="291" r:id="rId13"/>
    <p:sldId id="292" r:id="rId14"/>
    <p:sldId id="305" r:id="rId15"/>
    <p:sldId id="301" r:id="rId16"/>
    <p:sldId id="306" r:id="rId17"/>
    <p:sldId id="293" r:id="rId18"/>
    <p:sldId id="295" r:id="rId19"/>
    <p:sldId id="307" r:id="rId20"/>
    <p:sldId id="294" r:id="rId21"/>
    <p:sldId id="297" r:id="rId2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AF5"/>
    <a:srgbClr val="FCFEFD"/>
    <a:srgbClr val="E9FBF5"/>
    <a:srgbClr val="3C9FC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4DF28-0DE6-4F08-07EA-7913BEC69BCE}" v="7" dt="2026-09-21T08:09:10.114"/>
    <p1510:client id="{7A359103-233A-42D7-8C97-C38C120E5348}" v="249" dt="2026-09-21T08:18:44.031"/>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Maria Mandalari" userId="S::uceeam9@ucl.ac.uk::335782c7-a148-4b99-85ef-c22981510df0" providerId="AD" clId="Web-{2934DF28-0DE6-4F08-07EA-7913BEC69BCE}"/>
    <pc:docChg chg="modSld">
      <pc:chgData name="Anna Maria Mandalari" userId="S::uceeam9@ucl.ac.uk::335782c7-a148-4b99-85ef-c22981510df0" providerId="AD" clId="Web-{2934DF28-0DE6-4F08-07EA-7913BEC69BCE}" dt="2026-09-21T08:09:10.114" v="2" actId="1076"/>
      <pc:docMkLst>
        <pc:docMk/>
      </pc:docMkLst>
      <pc:sldChg chg="modSp">
        <pc:chgData name="Anna Maria Mandalari" userId="S::uceeam9@ucl.ac.uk::335782c7-a148-4b99-85ef-c22981510df0" providerId="AD" clId="Web-{2934DF28-0DE6-4F08-07EA-7913BEC69BCE}" dt="2026-09-21T08:09:10.114" v="2" actId="1076"/>
        <pc:sldMkLst>
          <pc:docMk/>
          <pc:sldMk cId="272677614" sldId="299"/>
        </pc:sldMkLst>
        <pc:spChg chg="mod">
          <ac:chgData name="Anna Maria Mandalari" userId="S::uceeam9@ucl.ac.uk::335782c7-a148-4b99-85ef-c22981510df0" providerId="AD" clId="Web-{2934DF28-0DE6-4F08-07EA-7913BEC69BCE}" dt="2026-09-21T08:09:10.114" v="2" actId="1076"/>
          <ac:spMkLst>
            <pc:docMk/>
            <pc:sldMk cId="272677614" sldId="299"/>
            <ac:spMk id="27" creationId="{A541F807-63A4-6F80-F657-581A2878910C}"/>
          </ac:spMkLst>
        </pc:spChg>
      </pc:sldChg>
    </pc:docChg>
  </pc:docChgLst>
  <pc:docChgLst>
    <pc:chgData name="Andrew Losty" userId="f39b6962-3fcb-4bb1-821f-cc0ce07bd3c3" providerId="ADAL" clId="{52A2801E-3387-4019-8114-3B431DE36125}"/>
    <pc:docChg chg="modSld sldOrd">
      <pc:chgData name="Andrew Losty" userId="f39b6962-3fcb-4bb1-821f-cc0ce07bd3c3" providerId="ADAL" clId="{52A2801E-3387-4019-8114-3B431DE36125}" dt="2026-09-21T08:18:44.031" v="215" actId="14100"/>
      <pc:docMkLst>
        <pc:docMk/>
      </pc:docMkLst>
      <pc:sldChg chg="modSp mod">
        <pc:chgData name="Andrew Losty" userId="f39b6962-3fcb-4bb1-821f-cc0ce07bd3c3" providerId="ADAL" clId="{52A2801E-3387-4019-8114-3B431DE36125}" dt="2026-09-21T08:18:44.031" v="215" actId="14100"/>
        <pc:sldMkLst>
          <pc:docMk/>
          <pc:sldMk cId="0" sldId="256"/>
        </pc:sldMkLst>
        <pc:spChg chg="mod">
          <ac:chgData name="Andrew Losty" userId="f39b6962-3fcb-4bb1-821f-cc0ce07bd3c3" providerId="ADAL" clId="{52A2801E-3387-4019-8114-3B431DE36125}" dt="2026-09-21T08:18:44.031" v="215" actId="14100"/>
          <ac:spMkLst>
            <pc:docMk/>
            <pc:sldMk cId="0" sldId="256"/>
            <ac:spMk id="11" creationId="{820B70CF-B1C2-7B9D-6C9A-33D34C9BB7AA}"/>
          </ac:spMkLst>
        </pc:spChg>
      </pc:sldChg>
      <pc:sldChg chg="modSp">
        <pc:chgData name="Andrew Losty" userId="f39b6962-3fcb-4bb1-821f-cc0ce07bd3c3" providerId="ADAL" clId="{52A2801E-3387-4019-8114-3B431DE36125}" dt="2026-09-20T09:55:09.316" v="66" actId="14100"/>
        <pc:sldMkLst>
          <pc:docMk/>
          <pc:sldMk cId="2082284878" sldId="287"/>
        </pc:sldMkLst>
        <pc:spChg chg="mod">
          <ac:chgData name="Andrew Losty" userId="f39b6962-3fcb-4bb1-821f-cc0ce07bd3c3" providerId="ADAL" clId="{52A2801E-3387-4019-8114-3B431DE36125}" dt="2026-09-20T09:55:09.316" v="66" actId="14100"/>
          <ac:spMkLst>
            <pc:docMk/>
            <pc:sldMk cId="2082284878" sldId="287"/>
            <ac:spMk id="84" creationId="{7D9B9612-0303-C797-92E2-0C7DDE90F0D6}"/>
          </ac:spMkLst>
        </pc:spChg>
        <pc:spChg chg="mod">
          <ac:chgData name="Andrew Losty" userId="f39b6962-3fcb-4bb1-821f-cc0ce07bd3c3" providerId="ADAL" clId="{52A2801E-3387-4019-8114-3B431DE36125}" dt="2026-09-20T09:55:03.114" v="65" actId="14100"/>
          <ac:spMkLst>
            <pc:docMk/>
            <pc:sldMk cId="2082284878" sldId="287"/>
            <ac:spMk id="508" creationId="{02970479-B9E0-DBB3-35F2-AFB05F22F43E}"/>
          </ac:spMkLst>
        </pc:spChg>
        <pc:spChg chg="mod">
          <ac:chgData name="Andrew Losty" userId="f39b6962-3fcb-4bb1-821f-cc0ce07bd3c3" providerId="ADAL" clId="{52A2801E-3387-4019-8114-3B431DE36125}" dt="2026-09-20T09:54:57.547" v="64" actId="14100"/>
          <ac:spMkLst>
            <pc:docMk/>
            <pc:sldMk cId="2082284878" sldId="287"/>
            <ac:spMk id="510" creationId="{D3445042-630E-36F9-124E-1467D37548D1}"/>
          </ac:spMkLst>
        </pc:spChg>
      </pc:sldChg>
      <pc:sldChg chg="modSp">
        <pc:chgData name="Andrew Losty" userId="f39b6962-3fcb-4bb1-821f-cc0ce07bd3c3" providerId="ADAL" clId="{52A2801E-3387-4019-8114-3B431DE36125}" dt="2026-09-20T09:08:13.223" v="4"/>
        <pc:sldMkLst>
          <pc:docMk/>
          <pc:sldMk cId="1113601648" sldId="288"/>
        </pc:sldMkLst>
        <pc:spChg chg="mod">
          <ac:chgData name="Andrew Losty" userId="f39b6962-3fcb-4bb1-821f-cc0ce07bd3c3" providerId="ADAL" clId="{52A2801E-3387-4019-8114-3B431DE36125}" dt="2026-09-20T09:08:13.223" v="4"/>
          <ac:spMkLst>
            <pc:docMk/>
            <pc:sldMk cId="1113601648" sldId="288"/>
            <ac:spMk id="28" creationId="{EA182F19-165A-D862-69F6-F16217509770}"/>
          </ac:spMkLst>
        </pc:spChg>
      </pc:sldChg>
      <pc:sldChg chg="modSp">
        <pc:chgData name="Andrew Losty" userId="f39b6962-3fcb-4bb1-821f-cc0ce07bd3c3" providerId="ADAL" clId="{52A2801E-3387-4019-8114-3B431DE36125}" dt="2026-09-20T09:27:03.128" v="7"/>
        <pc:sldMkLst>
          <pc:docMk/>
          <pc:sldMk cId="1727819083" sldId="289"/>
        </pc:sldMkLst>
        <pc:spChg chg="mod">
          <ac:chgData name="Andrew Losty" userId="f39b6962-3fcb-4bb1-821f-cc0ce07bd3c3" providerId="ADAL" clId="{52A2801E-3387-4019-8114-3B431DE36125}" dt="2026-09-20T09:25:26.692" v="5"/>
          <ac:spMkLst>
            <pc:docMk/>
            <pc:sldMk cId="1727819083" sldId="289"/>
            <ac:spMk id="2" creationId="{1C7CBF16-5BEB-2CC6-4830-296BA819B9F7}"/>
          </ac:spMkLst>
        </pc:spChg>
        <pc:spChg chg="mod">
          <ac:chgData name="Andrew Losty" userId="f39b6962-3fcb-4bb1-821f-cc0ce07bd3c3" providerId="ADAL" clId="{52A2801E-3387-4019-8114-3B431DE36125}" dt="2026-09-18T15:06:25.322" v="1"/>
          <ac:spMkLst>
            <pc:docMk/>
            <pc:sldMk cId="1727819083" sldId="289"/>
            <ac:spMk id="41" creationId="{68B31A17-4E37-423E-9B1B-17785731CD28}"/>
          </ac:spMkLst>
        </pc:spChg>
        <pc:spChg chg="mod">
          <ac:chgData name="Andrew Losty" userId="f39b6962-3fcb-4bb1-821f-cc0ce07bd3c3" providerId="ADAL" clId="{52A2801E-3387-4019-8114-3B431DE36125}" dt="2026-09-20T09:27:03.128" v="7"/>
          <ac:spMkLst>
            <pc:docMk/>
            <pc:sldMk cId="1727819083" sldId="289"/>
            <ac:spMk id="49" creationId="{0AFAD706-576B-2B5B-0830-96E951E39219}"/>
          </ac:spMkLst>
        </pc:spChg>
        <pc:spChg chg="mod">
          <ac:chgData name="Andrew Losty" userId="f39b6962-3fcb-4bb1-821f-cc0ce07bd3c3" providerId="ADAL" clId="{52A2801E-3387-4019-8114-3B431DE36125}" dt="2026-09-20T09:27:01.193" v="6"/>
          <ac:spMkLst>
            <pc:docMk/>
            <pc:sldMk cId="1727819083" sldId="289"/>
            <ac:spMk id="63" creationId="{9DE43315-CBA5-5465-5DD5-02B35C3A6F0C}"/>
          </ac:spMkLst>
        </pc:spChg>
      </pc:sldChg>
      <pc:sldChg chg="addSp delSp modSp">
        <pc:chgData name="Andrew Losty" userId="f39b6962-3fcb-4bb1-821f-cc0ce07bd3c3" providerId="ADAL" clId="{52A2801E-3387-4019-8114-3B431DE36125}" dt="2026-09-20T10:06:39.147" v="114" actId="1076"/>
        <pc:sldMkLst>
          <pc:docMk/>
          <pc:sldMk cId="17266030" sldId="290"/>
        </pc:sldMkLst>
        <pc:spChg chg="mod">
          <ac:chgData name="Andrew Losty" userId="f39b6962-3fcb-4bb1-821f-cc0ce07bd3c3" providerId="ADAL" clId="{52A2801E-3387-4019-8114-3B431DE36125}" dt="2026-09-20T10:01:14.344" v="75" actId="14100"/>
          <ac:spMkLst>
            <pc:docMk/>
            <pc:sldMk cId="17266030" sldId="290"/>
            <ac:spMk id="4" creationId="{185F20FA-B605-202E-2E7F-6FA831031D26}"/>
          </ac:spMkLst>
        </pc:spChg>
        <pc:spChg chg="mod">
          <ac:chgData name="Andrew Losty" userId="f39b6962-3fcb-4bb1-821f-cc0ce07bd3c3" providerId="ADAL" clId="{52A2801E-3387-4019-8114-3B431DE36125}" dt="2026-09-20T09:53:00.497" v="57" actId="14100"/>
          <ac:spMkLst>
            <pc:docMk/>
            <pc:sldMk cId="17266030" sldId="290"/>
            <ac:spMk id="6" creationId="{9C756F51-DD61-52B2-3A43-9D76A31E373B}"/>
          </ac:spMkLst>
        </pc:spChg>
        <pc:spChg chg="mod">
          <ac:chgData name="Andrew Losty" userId="f39b6962-3fcb-4bb1-821f-cc0ce07bd3c3" providerId="ADAL" clId="{52A2801E-3387-4019-8114-3B431DE36125}" dt="2026-09-20T10:01:06.102" v="74" actId="1076"/>
          <ac:spMkLst>
            <pc:docMk/>
            <pc:sldMk cId="17266030" sldId="290"/>
            <ac:spMk id="9" creationId="{427B01BD-0290-3D57-EC03-87DB3E2B14FA}"/>
          </ac:spMkLst>
        </pc:spChg>
        <pc:spChg chg="mod">
          <ac:chgData name="Andrew Losty" userId="f39b6962-3fcb-4bb1-821f-cc0ce07bd3c3" providerId="ADAL" clId="{52A2801E-3387-4019-8114-3B431DE36125}" dt="2026-09-20T09:53:32.626" v="59" actId="1076"/>
          <ac:spMkLst>
            <pc:docMk/>
            <pc:sldMk cId="17266030" sldId="290"/>
            <ac:spMk id="10" creationId="{21FFA2CE-7494-F1E9-AEF5-D08A5043E01B}"/>
          </ac:spMkLst>
        </pc:spChg>
        <pc:spChg chg="mod">
          <ac:chgData name="Andrew Losty" userId="f39b6962-3fcb-4bb1-821f-cc0ce07bd3c3" providerId="ADAL" clId="{52A2801E-3387-4019-8114-3B431DE36125}" dt="2026-09-20T10:01:14.344" v="75" actId="14100"/>
          <ac:spMkLst>
            <pc:docMk/>
            <pc:sldMk cId="17266030" sldId="290"/>
            <ac:spMk id="13" creationId="{5E9BE2B5-AAFB-732C-7C26-C41C7DC660C5}"/>
          </ac:spMkLst>
        </pc:spChg>
        <pc:spChg chg="add mod">
          <ac:chgData name="Andrew Losty" userId="f39b6962-3fcb-4bb1-821f-cc0ce07bd3c3" providerId="ADAL" clId="{52A2801E-3387-4019-8114-3B431DE36125}" dt="2026-09-20T10:01:33.113" v="77" actId="255"/>
          <ac:spMkLst>
            <pc:docMk/>
            <pc:sldMk cId="17266030" sldId="290"/>
            <ac:spMk id="18" creationId="{E441DBC3-DC3B-8366-FF30-6093E8991318}"/>
          </ac:spMkLst>
        </pc:spChg>
        <pc:spChg chg="mod">
          <ac:chgData name="Andrew Losty" userId="f39b6962-3fcb-4bb1-821f-cc0ce07bd3c3" providerId="ADAL" clId="{52A2801E-3387-4019-8114-3B431DE36125}" dt="2026-09-20T09:53:00.497" v="57" actId="14100"/>
          <ac:spMkLst>
            <pc:docMk/>
            <pc:sldMk cId="17266030" sldId="290"/>
            <ac:spMk id="19" creationId="{3ECFE2BB-7444-EC6F-6ABA-025DB025B65C}"/>
          </ac:spMkLst>
        </pc:spChg>
        <pc:spChg chg="mod">
          <ac:chgData name="Andrew Losty" userId="f39b6962-3fcb-4bb1-821f-cc0ce07bd3c3" providerId="ADAL" clId="{52A2801E-3387-4019-8114-3B431DE36125}" dt="2026-09-20T10:00:52.013" v="73" actId="14100"/>
          <ac:spMkLst>
            <pc:docMk/>
            <pc:sldMk cId="17266030" sldId="290"/>
            <ac:spMk id="20" creationId="{263647DA-D45E-4827-085D-4CE40AA84236}"/>
          </ac:spMkLst>
        </pc:spChg>
        <pc:spChg chg="mod">
          <ac:chgData name="Andrew Losty" userId="f39b6962-3fcb-4bb1-821f-cc0ce07bd3c3" providerId="ADAL" clId="{52A2801E-3387-4019-8114-3B431DE36125}" dt="2026-09-20T10:00:52.013" v="73" actId="14100"/>
          <ac:spMkLst>
            <pc:docMk/>
            <pc:sldMk cId="17266030" sldId="290"/>
            <ac:spMk id="21" creationId="{F87A46DF-38CD-20D8-ED94-AF09F851460C}"/>
          </ac:spMkLst>
        </pc:spChg>
        <pc:spChg chg="mod">
          <ac:chgData name="Andrew Losty" userId="f39b6962-3fcb-4bb1-821f-cc0ce07bd3c3" providerId="ADAL" clId="{52A2801E-3387-4019-8114-3B431DE36125}" dt="2026-09-20T09:54:04.641" v="61" actId="1076"/>
          <ac:spMkLst>
            <pc:docMk/>
            <pc:sldMk cId="17266030" sldId="290"/>
            <ac:spMk id="22" creationId="{69A64002-667B-5762-0ADA-E2AF452D8983}"/>
          </ac:spMkLst>
        </pc:spChg>
        <pc:spChg chg="mod">
          <ac:chgData name="Andrew Losty" userId="f39b6962-3fcb-4bb1-821f-cc0ce07bd3c3" providerId="ADAL" clId="{52A2801E-3387-4019-8114-3B431DE36125}" dt="2026-09-20T10:01:14.344" v="75" actId="14100"/>
          <ac:spMkLst>
            <pc:docMk/>
            <pc:sldMk cId="17266030" sldId="290"/>
            <ac:spMk id="24" creationId="{18802101-63C6-596A-62E0-FEF26969B2D8}"/>
          </ac:spMkLst>
        </pc:spChg>
        <pc:spChg chg="add mod">
          <ac:chgData name="Andrew Losty" userId="f39b6962-3fcb-4bb1-821f-cc0ce07bd3c3" providerId="ADAL" clId="{52A2801E-3387-4019-8114-3B431DE36125}" dt="2026-09-20T10:01:33.113" v="77" actId="255"/>
          <ac:spMkLst>
            <pc:docMk/>
            <pc:sldMk cId="17266030" sldId="290"/>
            <ac:spMk id="26" creationId="{EFC9C332-C925-B7F0-EC58-9B9A377D0A72}"/>
          </ac:spMkLst>
        </pc:spChg>
        <pc:spChg chg="mod">
          <ac:chgData name="Andrew Losty" userId="f39b6962-3fcb-4bb1-821f-cc0ce07bd3c3" providerId="ADAL" clId="{52A2801E-3387-4019-8114-3B431DE36125}" dt="2026-09-20T10:01:06.102" v="74" actId="1076"/>
          <ac:spMkLst>
            <pc:docMk/>
            <pc:sldMk cId="17266030" sldId="290"/>
            <ac:spMk id="30" creationId="{67A8BF74-7073-357B-9580-3EE31A557578}"/>
          </ac:spMkLst>
        </pc:spChg>
        <pc:spChg chg="mod">
          <ac:chgData name="Andrew Losty" userId="f39b6962-3fcb-4bb1-821f-cc0ce07bd3c3" providerId="ADAL" clId="{52A2801E-3387-4019-8114-3B431DE36125}" dt="2026-09-20T10:01:06.102" v="74" actId="1076"/>
          <ac:spMkLst>
            <pc:docMk/>
            <pc:sldMk cId="17266030" sldId="290"/>
            <ac:spMk id="31" creationId="{0252964B-7A77-B356-B41E-548973E472C1}"/>
          </ac:spMkLst>
        </pc:spChg>
        <pc:spChg chg="mod">
          <ac:chgData name="Andrew Losty" userId="f39b6962-3fcb-4bb1-821f-cc0ce07bd3c3" providerId="ADAL" clId="{52A2801E-3387-4019-8114-3B431DE36125}" dt="2026-09-20T10:01:14.344" v="75" actId="14100"/>
          <ac:spMkLst>
            <pc:docMk/>
            <pc:sldMk cId="17266030" sldId="290"/>
            <ac:spMk id="32" creationId="{03725576-766B-1137-00A8-8B75542DE5AB}"/>
          </ac:spMkLst>
        </pc:spChg>
        <pc:spChg chg="mod">
          <ac:chgData name="Andrew Losty" userId="f39b6962-3fcb-4bb1-821f-cc0ce07bd3c3" providerId="ADAL" clId="{52A2801E-3387-4019-8114-3B431DE36125}" dt="2026-09-20T09:53:00.497" v="57" actId="14100"/>
          <ac:spMkLst>
            <pc:docMk/>
            <pc:sldMk cId="17266030" sldId="290"/>
            <ac:spMk id="34" creationId="{42C5F80F-94FA-7A38-CB9A-9926C81C7747}"/>
          </ac:spMkLst>
        </pc:spChg>
        <pc:spChg chg="add mod">
          <ac:chgData name="Andrew Losty" userId="f39b6962-3fcb-4bb1-821f-cc0ce07bd3c3" providerId="ADAL" clId="{52A2801E-3387-4019-8114-3B431DE36125}" dt="2026-09-20T10:01:33.113" v="77" actId="255"/>
          <ac:spMkLst>
            <pc:docMk/>
            <pc:sldMk cId="17266030" sldId="290"/>
            <ac:spMk id="35" creationId="{08F32251-79F0-E198-E6DC-C39C1846374D}"/>
          </ac:spMkLst>
        </pc:spChg>
        <pc:spChg chg="mod">
          <ac:chgData name="Andrew Losty" userId="f39b6962-3fcb-4bb1-821f-cc0ce07bd3c3" providerId="ADAL" clId="{52A2801E-3387-4019-8114-3B431DE36125}" dt="2026-09-20T10:00:52.013" v="73" actId="14100"/>
          <ac:spMkLst>
            <pc:docMk/>
            <pc:sldMk cId="17266030" sldId="290"/>
            <ac:spMk id="36" creationId="{C3F7C285-6D96-65A6-5728-52ADE63EAAA5}"/>
          </ac:spMkLst>
        </pc:spChg>
        <pc:spChg chg="mod">
          <ac:chgData name="Andrew Losty" userId="f39b6962-3fcb-4bb1-821f-cc0ce07bd3c3" providerId="ADAL" clId="{52A2801E-3387-4019-8114-3B431DE36125}" dt="2026-09-20T10:00:52.013" v="73" actId="14100"/>
          <ac:spMkLst>
            <pc:docMk/>
            <pc:sldMk cId="17266030" sldId="290"/>
            <ac:spMk id="37" creationId="{BFAA1A50-C673-D86A-E199-9F4974B441B9}"/>
          </ac:spMkLst>
        </pc:spChg>
        <pc:spChg chg="mod">
          <ac:chgData name="Andrew Losty" userId="f39b6962-3fcb-4bb1-821f-cc0ce07bd3c3" providerId="ADAL" clId="{52A2801E-3387-4019-8114-3B431DE36125}" dt="2026-09-20T10:01:14.344" v="75" actId="14100"/>
          <ac:spMkLst>
            <pc:docMk/>
            <pc:sldMk cId="17266030" sldId="290"/>
            <ac:spMk id="40" creationId="{E982EF6C-882B-8B12-1059-24129D93B1AC}"/>
          </ac:spMkLst>
        </pc:spChg>
        <pc:spChg chg="mod">
          <ac:chgData name="Andrew Losty" userId="f39b6962-3fcb-4bb1-821f-cc0ce07bd3c3" providerId="ADAL" clId="{52A2801E-3387-4019-8114-3B431DE36125}" dt="2026-09-20T10:00:52.013" v="73" actId="14100"/>
          <ac:spMkLst>
            <pc:docMk/>
            <pc:sldMk cId="17266030" sldId="290"/>
            <ac:spMk id="45" creationId="{D57EE907-1E35-1CD5-23DD-F452E2342391}"/>
          </ac:spMkLst>
        </pc:spChg>
        <pc:spChg chg="mod">
          <ac:chgData name="Andrew Losty" userId="f39b6962-3fcb-4bb1-821f-cc0ce07bd3c3" providerId="ADAL" clId="{52A2801E-3387-4019-8114-3B431DE36125}" dt="2026-09-20T09:54:04.641" v="61" actId="1076"/>
          <ac:spMkLst>
            <pc:docMk/>
            <pc:sldMk cId="17266030" sldId="290"/>
            <ac:spMk id="46" creationId="{D0887F87-C311-970D-7F89-804DA822AA3F}"/>
          </ac:spMkLst>
        </pc:spChg>
        <pc:spChg chg="mod">
          <ac:chgData name="Andrew Losty" userId="f39b6962-3fcb-4bb1-821f-cc0ce07bd3c3" providerId="ADAL" clId="{52A2801E-3387-4019-8114-3B431DE36125}" dt="2026-09-20T10:01:06.102" v="74" actId="1076"/>
          <ac:spMkLst>
            <pc:docMk/>
            <pc:sldMk cId="17266030" sldId="290"/>
            <ac:spMk id="47" creationId="{D13E3E85-279C-8520-552A-ED4707757B0F}"/>
          </ac:spMkLst>
        </pc:spChg>
        <pc:spChg chg="mod">
          <ac:chgData name="Andrew Losty" userId="f39b6962-3fcb-4bb1-821f-cc0ce07bd3c3" providerId="ADAL" clId="{52A2801E-3387-4019-8114-3B431DE36125}" dt="2026-09-20T09:51:52.251" v="52" actId="14100"/>
          <ac:spMkLst>
            <pc:docMk/>
            <pc:sldMk cId="17266030" sldId="290"/>
            <ac:spMk id="48" creationId="{8A3A2428-6170-DBFB-54DA-A8FCB8E60303}"/>
          </ac:spMkLst>
        </pc:spChg>
        <pc:spChg chg="mod">
          <ac:chgData name="Andrew Losty" userId="f39b6962-3fcb-4bb1-821f-cc0ce07bd3c3" providerId="ADAL" clId="{52A2801E-3387-4019-8114-3B431DE36125}" dt="2026-09-20T10:01:14.344" v="75" actId="14100"/>
          <ac:spMkLst>
            <pc:docMk/>
            <pc:sldMk cId="17266030" sldId="290"/>
            <ac:spMk id="49" creationId="{2640A851-0F66-FAED-3467-F1CAB9A38BF3}"/>
          </ac:spMkLst>
        </pc:spChg>
        <pc:spChg chg="mod">
          <ac:chgData name="Andrew Losty" userId="f39b6962-3fcb-4bb1-821f-cc0ce07bd3c3" providerId="ADAL" clId="{52A2801E-3387-4019-8114-3B431DE36125}" dt="2026-09-20T09:53:00.497" v="57" actId="14100"/>
          <ac:spMkLst>
            <pc:docMk/>
            <pc:sldMk cId="17266030" sldId="290"/>
            <ac:spMk id="51" creationId="{712C8E2D-F59A-C9E4-614B-8A97939B2BC4}"/>
          </ac:spMkLst>
        </pc:spChg>
        <pc:spChg chg="mod">
          <ac:chgData name="Andrew Losty" userId="f39b6962-3fcb-4bb1-821f-cc0ce07bd3c3" providerId="ADAL" clId="{52A2801E-3387-4019-8114-3B431DE36125}" dt="2026-09-20T09:51:52.251" v="52" actId="14100"/>
          <ac:spMkLst>
            <pc:docMk/>
            <pc:sldMk cId="17266030" sldId="290"/>
            <ac:spMk id="52" creationId="{86C2B916-799D-33D6-043D-FE8ABA728B9C}"/>
          </ac:spMkLst>
        </pc:spChg>
        <pc:spChg chg="add mod">
          <ac:chgData name="Andrew Losty" userId="f39b6962-3fcb-4bb1-821f-cc0ce07bd3c3" providerId="ADAL" clId="{52A2801E-3387-4019-8114-3B431DE36125}" dt="2026-09-20T10:01:33.113" v="77" actId="255"/>
          <ac:spMkLst>
            <pc:docMk/>
            <pc:sldMk cId="17266030" sldId="290"/>
            <ac:spMk id="53" creationId="{E052B6AA-9E9B-4DD3-288A-D12FB79BC255}"/>
          </ac:spMkLst>
        </pc:spChg>
        <pc:spChg chg="mod">
          <ac:chgData name="Andrew Losty" userId="f39b6962-3fcb-4bb1-821f-cc0ce07bd3c3" providerId="ADAL" clId="{52A2801E-3387-4019-8114-3B431DE36125}" dt="2026-09-20T10:01:06.102" v="74" actId="1076"/>
          <ac:spMkLst>
            <pc:docMk/>
            <pc:sldMk cId="17266030" sldId="290"/>
            <ac:spMk id="54" creationId="{A6DB3C41-CD65-B327-2A3B-37513D75278F}"/>
          </ac:spMkLst>
        </pc:spChg>
        <pc:spChg chg="mod">
          <ac:chgData name="Andrew Losty" userId="f39b6962-3fcb-4bb1-821f-cc0ce07bd3c3" providerId="ADAL" clId="{52A2801E-3387-4019-8114-3B431DE36125}" dt="2026-09-20T10:01:14.344" v="75" actId="14100"/>
          <ac:spMkLst>
            <pc:docMk/>
            <pc:sldMk cId="17266030" sldId="290"/>
            <ac:spMk id="56" creationId="{3448B10E-1FBA-9426-C180-8F562719A0CF}"/>
          </ac:spMkLst>
        </pc:spChg>
        <pc:spChg chg="add mod">
          <ac:chgData name="Andrew Losty" userId="f39b6962-3fcb-4bb1-821f-cc0ce07bd3c3" providerId="ADAL" clId="{52A2801E-3387-4019-8114-3B431DE36125}" dt="2026-09-20T10:01:33.113" v="77" actId="255"/>
          <ac:spMkLst>
            <pc:docMk/>
            <pc:sldMk cId="17266030" sldId="290"/>
            <ac:spMk id="59" creationId="{B1C51279-6760-A6C8-D780-BCBDC10A2DD2}"/>
          </ac:spMkLst>
        </pc:spChg>
        <pc:spChg chg="mod">
          <ac:chgData name="Andrew Losty" userId="f39b6962-3fcb-4bb1-821f-cc0ce07bd3c3" providerId="ADAL" clId="{52A2801E-3387-4019-8114-3B431DE36125}" dt="2026-09-20T10:00:52.013" v="73" actId="14100"/>
          <ac:spMkLst>
            <pc:docMk/>
            <pc:sldMk cId="17266030" sldId="290"/>
            <ac:spMk id="60" creationId="{67B978D4-29B1-823D-379A-B12F4BC9A241}"/>
          </ac:spMkLst>
        </pc:spChg>
        <pc:spChg chg="add mod">
          <ac:chgData name="Andrew Losty" userId="f39b6962-3fcb-4bb1-821f-cc0ce07bd3c3" providerId="ADAL" clId="{52A2801E-3387-4019-8114-3B431DE36125}" dt="2026-09-20T10:01:33.113" v="77" actId="255"/>
          <ac:spMkLst>
            <pc:docMk/>
            <pc:sldMk cId="17266030" sldId="290"/>
            <ac:spMk id="61" creationId="{9430DD9B-B09C-4188-672B-ABCBA81687A2}"/>
          </ac:spMkLst>
        </pc:spChg>
        <pc:spChg chg="mod">
          <ac:chgData name="Andrew Losty" userId="f39b6962-3fcb-4bb1-821f-cc0ce07bd3c3" providerId="ADAL" clId="{52A2801E-3387-4019-8114-3B431DE36125}" dt="2026-09-20T10:01:06.102" v="74" actId="1076"/>
          <ac:spMkLst>
            <pc:docMk/>
            <pc:sldMk cId="17266030" sldId="290"/>
            <ac:spMk id="62" creationId="{E4D951EC-C15A-02FD-89EC-E0C7898C8C87}"/>
          </ac:spMkLst>
        </pc:spChg>
        <pc:spChg chg="add mod">
          <ac:chgData name="Andrew Losty" userId="f39b6962-3fcb-4bb1-821f-cc0ce07bd3c3" providerId="ADAL" clId="{52A2801E-3387-4019-8114-3B431DE36125}" dt="2026-09-20T10:01:33.113" v="77" actId="255"/>
          <ac:spMkLst>
            <pc:docMk/>
            <pc:sldMk cId="17266030" sldId="290"/>
            <ac:spMk id="63" creationId="{E15200D3-A950-954F-9879-B63943B0572E}"/>
          </ac:spMkLst>
        </pc:spChg>
        <pc:spChg chg="mod">
          <ac:chgData name="Andrew Losty" userId="f39b6962-3fcb-4bb1-821f-cc0ce07bd3c3" providerId="ADAL" clId="{52A2801E-3387-4019-8114-3B431DE36125}" dt="2026-09-20T10:01:14.344" v="75" actId="14100"/>
          <ac:spMkLst>
            <pc:docMk/>
            <pc:sldMk cId="17266030" sldId="290"/>
            <ac:spMk id="64" creationId="{1C29DE39-2975-584F-11BC-4CB251DE1E1A}"/>
          </ac:spMkLst>
        </pc:spChg>
        <pc:spChg chg="del">
          <ac:chgData name="Andrew Losty" userId="f39b6962-3fcb-4bb1-821f-cc0ce07bd3c3" providerId="ADAL" clId="{52A2801E-3387-4019-8114-3B431DE36125}" dt="2026-09-20T09:50:31.033" v="44" actId="478"/>
          <ac:spMkLst>
            <pc:docMk/>
            <pc:sldMk cId="17266030" sldId="290"/>
            <ac:spMk id="69" creationId="{CB183753-CDB8-00E2-FC4F-166A25C58049}"/>
          </ac:spMkLst>
        </pc:spChg>
        <pc:spChg chg="del">
          <ac:chgData name="Andrew Losty" userId="f39b6962-3fcb-4bb1-821f-cc0ce07bd3c3" providerId="ADAL" clId="{52A2801E-3387-4019-8114-3B431DE36125}" dt="2026-09-20T09:50:31.033" v="44" actId="478"/>
          <ac:spMkLst>
            <pc:docMk/>
            <pc:sldMk cId="17266030" sldId="290"/>
            <ac:spMk id="72" creationId="{80A60FFE-39C9-B902-AFEC-AAD48ED26415}"/>
          </ac:spMkLst>
        </pc:spChg>
        <pc:spChg chg="del">
          <ac:chgData name="Andrew Losty" userId="f39b6962-3fcb-4bb1-821f-cc0ce07bd3c3" providerId="ADAL" clId="{52A2801E-3387-4019-8114-3B431DE36125}" dt="2026-09-20T09:50:31.033" v="44" actId="478"/>
          <ac:spMkLst>
            <pc:docMk/>
            <pc:sldMk cId="17266030" sldId="290"/>
            <ac:spMk id="80" creationId="{224B628E-AD7A-2500-A2CA-8F50FD4DA3A4}"/>
          </ac:spMkLst>
        </pc:spChg>
        <pc:spChg chg="del">
          <ac:chgData name="Andrew Losty" userId="f39b6962-3fcb-4bb1-821f-cc0ce07bd3c3" providerId="ADAL" clId="{52A2801E-3387-4019-8114-3B431DE36125}" dt="2026-09-20T09:50:31.033" v="44" actId="478"/>
          <ac:spMkLst>
            <pc:docMk/>
            <pc:sldMk cId="17266030" sldId="290"/>
            <ac:spMk id="87" creationId="{EFA18175-8A99-260E-C0A8-4E67AEEBBC76}"/>
          </ac:spMkLst>
        </pc:spChg>
        <pc:spChg chg="del">
          <ac:chgData name="Andrew Losty" userId="f39b6962-3fcb-4bb1-821f-cc0ce07bd3c3" providerId="ADAL" clId="{52A2801E-3387-4019-8114-3B431DE36125}" dt="2026-09-20T09:50:31.033" v="44" actId="478"/>
          <ac:spMkLst>
            <pc:docMk/>
            <pc:sldMk cId="17266030" sldId="290"/>
            <ac:spMk id="91" creationId="{48F6947F-6EA1-5BA3-9DD7-6DD152D6177D}"/>
          </ac:spMkLst>
        </pc:spChg>
        <pc:spChg chg="del">
          <ac:chgData name="Andrew Losty" userId="f39b6962-3fcb-4bb1-821f-cc0ce07bd3c3" providerId="ADAL" clId="{52A2801E-3387-4019-8114-3B431DE36125}" dt="2026-09-20T09:50:31.033" v="44" actId="478"/>
          <ac:spMkLst>
            <pc:docMk/>
            <pc:sldMk cId="17266030" sldId="290"/>
            <ac:spMk id="94" creationId="{0CF95A58-63C2-52E1-298F-6EC326C61A18}"/>
          </ac:spMkLst>
        </pc:spChg>
        <pc:spChg chg="del">
          <ac:chgData name="Andrew Losty" userId="f39b6962-3fcb-4bb1-821f-cc0ce07bd3c3" providerId="ADAL" clId="{52A2801E-3387-4019-8114-3B431DE36125}" dt="2026-09-20T09:50:31.033" v="44" actId="478"/>
          <ac:spMkLst>
            <pc:docMk/>
            <pc:sldMk cId="17266030" sldId="290"/>
            <ac:spMk id="116" creationId="{41849E0D-AC49-1DE8-F853-6B8522218EE2}"/>
          </ac:spMkLst>
        </pc:spChg>
        <pc:spChg chg="del">
          <ac:chgData name="Andrew Losty" userId="f39b6962-3fcb-4bb1-821f-cc0ce07bd3c3" providerId="ADAL" clId="{52A2801E-3387-4019-8114-3B431DE36125}" dt="2026-09-20T09:50:31.033" v="44" actId="478"/>
          <ac:spMkLst>
            <pc:docMk/>
            <pc:sldMk cId="17266030" sldId="290"/>
            <ac:spMk id="127" creationId="{8E0CBD4A-B227-1288-029B-98CB56A7E86D}"/>
          </ac:spMkLst>
        </pc:spChg>
        <pc:spChg chg="del">
          <ac:chgData name="Andrew Losty" userId="f39b6962-3fcb-4bb1-821f-cc0ce07bd3c3" providerId="ADAL" clId="{52A2801E-3387-4019-8114-3B431DE36125}" dt="2026-09-20T09:50:31.033" v="44" actId="478"/>
          <ac:spMkLst>
            <pc:docMk/>
            <pc:sldMk cId="17266030" sldId="290"/>
            <ac:spMk id="139" creationId="{BB1284A8-E4C3-76BC-F8A3-D4B3D185C998}"/>
          </ac:spMkLst>
        </pc:spChg>
        <pc:spChg chg="del">
          <ac:chgData name="Andrew Losty" userId="f39b6962-3fcb-4bb1-821f-cc0ce07bd3c3" providerId="ADAL" clId="{52A2801E-3387-4019-8114-3B431DE36125}" dt="2026-09-20T09:50:31.033" v="44" actId="478"/>
          <ac:spMkLst>
            <pc:docMk/>
            <pc:sldMk cId="17266030" sldId="290"/>
            <ac:spMk id="145" creationId="{C2D3ABAC-2E0D-AC59-5724-3DFCE1DBD7A0}"/>
          </ac:spMkLst>
        </pc:spChg>
        <pc:spChg chg="add mod">
          <ac:chgData name="Andrew Losty" userId="f39b6962-3fcb-4bb1-821f-cc0ce07bd3c3" providerId="ADAL" clId="{52A2801E-3387-4019-8114-3B431DE36125}" dt="2026-09-20T10:01:33.113" v="77" actId="255"/>
          <ac:spMkLst>
            <pc:docMk/>
            <pc:sldMk cId="17266030" sldId="290"/>
            <ac:spMk id="149" creationId="{EBA15C51-A4CD-CAE8-7760-969B4EB84151}"/>
          </ac:spMkLst>
        </pc:spChg>
        <pc:spChg chg="del">
          <ac:chgData name="Andrew Losty" userId="f39b6962-3fcb-4bb1-821f-cc0ce07bd3c3" providerId="ADAL" clId="{52A2801E-3387-4019-8114-3B431DE36125}" dt="2026-09-20T09:55:53.762" v="67" actId="478"/>
          <ac:spMkLst>
            <pc:docMk/>
            <pc:sldMk cId="17266030" sldId="290"/>
            <ac:spMk id="151" creationId="{21F118D6-FA8D-64D2-2FDD-E94D055E767F}"/>
          </ac:spMkLst>
        </pc:spChg>
        <pc:spChg chg="mod">
          <ac:chgData name="Andrew Losty" userId="f39b6962-3fcb-4bb1-821f-cc0ce07bd3c3" providerId="ADAL" clId="{52A2801E-3387-4019-8114-3B431DE36125}" dt="2026-09-20T10:00:52.013" v="73" actId="14100"/>
          <ac:spMkLst>
            <pc:docMk/>
            <pc:sldMk cId="17266030" sldId="290"/>
            <ac:spMk id="152" creationId="{B13B80E3-EF5D-76AA-01B6-A3F9CE077F8F}"/>
          </ac:spMkLst>
        </pc:spChg>
        <pc:spChg chg="mod">
          <ac:chgData name="Andrew Losty" userId="f39b6962-3fcb-4bb1-821f-cc0ce07bd3c3" providerId="ADAL" clId="{52A2801E-3387-4019-8114-3B431DE36125}" dt="2026-09-20T10:01:06.102" v="74" actId="1076"/>
          <ac:spMkLst>
            <pc:docMk/>
            <pc:sldMk cId="17266030" sldId="290"/>
            <ac:spMk id="154" creationId="{598CC561-5DAA-4945-CA72-A3E3017681B5}"/>
          </ac:spMkLst>
        </pc:spChg>
        <pc:spChg chg="add mod">
          <ac:chgData name="Andrew Losty" userId="f39b6962-3fcb-4bb1-821f-cc0ce07bd3c3" providerId="ADAL" clId="{52A2801E-3387-4019-8114-3B431DE36125}" dt="2026-09-20T10:01:33.113" v="77" actId="255"/>
          <ac:spMkLst>
            <pc:docMk/>
            <pc:sldMk cId="17266030" sldId="290"/>
            <ac:spMk id="155" creationId="{FDFD2067-360A-408E-25F9-18B7733104C0}"/>
          </ac:spMkLst>
        </pc:spChg>
        <pc:spChg chg="mod">
          <ac:chgData name="Andrew Losty" userId="f39b6962-3fcb-4bb1-821f-cc0ce07bd3c3" providerId="ADAL" clId="{52A2801E-3387-4019-8114-3B431DE36125}" dt="2026-09-20T09:51:52.251" v="52" actId="14100"/>
          <ac:spMkLst>
            <pc:docMk/>
            <pc:sldMk cId="17266030" sldId="290"/>
            <ac:spMk id="157" creationId="{AF5A5B22-BB3C-5AE2-BC97-F589A96BC32A}"/>
          </ac:spMkLst>
        </pc:spChg>
        <pc:spChg chg="mod">
          <ac:chgData name="Andrew Losty" userId="f39b6962-3fcb-4bb1-821f-cc0ce07bd3c3" providerId="ADAL" clId="{52A2801E-3387-4019-8114-3B431DE36125}" dt="2026-09-20T09:53:00.497" v="57" actId="14100"/>
          <ac:spMkLst>
            <pc:docMk/>
            <pc:sldMk cId="17266030" sldId="290"/>
            <ac:spMk id="158" creationId="{BB8455C9-0C65-DB28-39E7-4CA5569DBD4F}"/>
          </ac:spMkLst>
        </pc:spChg>
        <pc:spChg chg="mod">
          <ac:chgData name="Andrew Losty" userId="f39b6962-3fcb-4bb1-821f-cc0ce07bd3c3" providerId="ADAL" clId="{52A2801E-3387-4019-8114-3B431DE36125}" dt="2026-09-20T09:51:52.251" v="52" actId="14100"/>
          <ac:spMkLst>
            <pc:docMk/>
            <pc:sldMk cId="17266030" sldId="290"/>
            <ac:spMk id="159" creationId="{C430D8AE-ACD7-8D9B-1D2E-D8886AACB523}"/>
          </ac:spMkLst>
        </pc:spChg>
        <pc:spChg chg="mod">
          <ac:chgData name="Andrew Losty" userId="f39b6962-3fcb-4bb1-821f-cc0ce07bd3c3" providerId="ADAL" clId="{52A2801E-3387-4019-8114-3B431DE36125}" dt="2026-09-20T10:00:52.013" v="73" actId="14100"/>
          <ac:spMkLst>
            <pc:docMk/>
            <pc:sldMk cId="17266030" sldId="290"/>
            <ac:spMk id="160" creationId="{2887F38D-85A5-6559-14AB-B229D95F33B8}"/>
          </ac:spMkLst>
        </pc:spChg>
        <pc:spChg chg="mod">
          <ac:chgData name="Andrew Losty" userId="f39b6962-3fcb-4bb1-821f-cc0ce07bd3c3" providerId="ADAL" clId="{52A2801E-3387-4019-8114-3B431DE36125}" dt="2026-09-20T10:01:06.102" v="74" actId="1076"/>
          <ac:spMkLst>
            <pc:docMk/>
            <pc:sldMk cId="17266030" sldId="290"/>
            <ac:spMk id="161" creationId="{A0312CCA-4265-FF29-5153-ECD619B872BC}"/>
          </ac:spMkLst>
        </pc:spChg>
        <pc:spChg chg="mod">
          <ac:chgData name="Andrew Losty" userId="f39b6962-3fcb-4bb1-821f-cc0ce07bd3c3" providerId="ADAL" clId="{52A2801E-3387-4019-8114-3B431DE36125}" dt="2026-09-20T09:54:04.641" v="61" actId="1076"/>
          <ac:spMkLst>
            <pc:docMk/>
            <pc:sldMk cId="17266030" sldId="290"/>
            <ac:spMk id="162" creationId="{CDAE4676-5B04-A9A9-A952-035760A84CA7}"/>
          </ac:spMkLst>
        </pc:spChg>
        <pc:spChg chg="mod">
          <ac:chgData name="Andrew Losty" userId="f39b6962-3fcb-4bb1-821f-cc0ce07bd3c3" providerId="ADAL" clId="{52A2801E-3387-4019-8114-3B431DE36125}" dt="2026-09-20T10:01:14.344" v="75" actId="14100"/>
          <ac:spMkLst>
            <pc:docMk/>
            <pc:sldMk cId="17266030" sldId="290"/>
            <ac:spMk id="164" creationId="{4CC0D657-391D-EEE2-7F8C-FEDA8C354D4A}"/>
          </ac:spMkLst>
        </pc:spChg>
        <pc:spChg chg="mod">
          <ac:chgData name="Andrew Losty" userId="f39b6962-3fcb-4bb1-821f-cc0ce07bd3c3" providerId="ADAL" clId="{52A2801E-3387-4019-8114-3B431DE36125}" dt="2026-09-20T09:53:00.497" v="57" actId="14100"/>
          <ac:spMkLst>
            <pc:docMk/>
            <pc:sldMk cId="17266030" sldId="290"/>
            <ac:spMk id="165" creationId="{55D9EEF6-60EE-67DA-3491-9A6A06791D5C}"/>
          </ac:spMkLst>
        </pc:spChg>
        <pc:spChg chg="add mod">
          <ac:chgData name="Andrew Losty" userId="f39b6962-3fcb-4bb1-821f-cc0ce07bd3c3" providerId="ADAL" clId="{52A2801E-3387-4019-8114-3B431DE36125}" dt="2026-09-20T10:01:33.113" v="77" actId="255"/>
          <ac:spMkLst>
            <pc:docMk/>
            <pc:sldMk cId="17266030" sldId="290"/>
            <ac:spMk id="167" creationId="{2B5F59F8-1326-0EFB-B4CD-B949B8D9C8E3}"/>
          </ac:spMkLst>
        </pc:spChg>
        <pc:spChg chg="mod">
          <ac:chgData name="Andrew Losty" userId="f39b6962-3fcb-4bb1-821f-cc0ce07bd3c3" providerId="ADAL" clId="{52A2801E-3387-4019-8114-3B431DE36125}" dt="2026-09-20T10:00:52.013" v="73" actId="14100"/>
          <ac:spMkLst>
            <pc:docMk/>
            <pc:sldMk cId="17266030" sldId="290"/>
            <ac:spMk id="168" creationId="{4E2242DA-5AAC-B865-9CD2-AE6ED0C2E088}"/>
          </ac:spMkLst>
        </pc:spChg>
        <pc:spChg chg="mod">
          <ac:chgData name="Andrew Losty" userId="f39b6962-3fcb-4bb1-821f-cc0ce07bd3c3" providerId="ADAL" clId="{52A2801E-3387-4019-8114-3B431DE36125}" dt="2026-09-20T10:01:06.102" v="74" actId="1076"/>
          <ac:spMkLst>
            <pc:docMk/>
            <pc:sldMk cId="17266030" sldId="290"/>
            <ac:spMk id="169" creationId="{2828BD92-1C19-E6E4-AAB8-7630DB8FB9A8}"/>
          </ac:spMkLst>
        </pc:spChg>
        <pc:spChg chg="mod">
          <ac:chgData name="Andrew Losty" userId="f39b6962-3fcb-4bb1-821f-cc0ce07bd3c3" providerId="ADAL" clId="{52A2801E-3387-4019-8114-3B431DE36125}" dt="2026-09-20T10:05:58.663" v="108" actId="14100"/>
          <ac:spMkLst>
            <pc:docMk/>
            <pc:sldMk cId="17266030" sldId="290"/>
            <ac:spMk id="232" creationId="{69848046-E926-ED31-A9B8-AC6EF2193152}"/>
          </ac:spMkLst>
        </pc:spChg>
        <pc:spChg chg="mod">
          <ac:chgData name="Andrew Losty" userId="f39b6962-3fcb-4bb1-821f-cc0ce07bd3c3" providerId="ADAL" clId="{52A2801E-3387-4019-8114-3B431DE36125}" dt="2026-09-20T10:05:58.663" v="108" actId="14100"/>
          <ac:spMkLst>
            <pc:docMk/>
            <pc:sldMk cId="17266030" sldId="290"/>
            <ac:spMk id="233" creationId="{4B10440B-6561-3326-CEED-43F5BFEFE92B}"/>
          </ac:spMkLst>
        </pc:spChg>
        <pc:spChg chg="mod">
          <ac:chgData name="Andrew Losty" userId="f39b6962-3fcb-4bb1-821f-cc0ce07bd3c3" providerId="ADAL" clId="{52A2801E-3387-4019-8114-3B431DE36125}" dt="2026-09-20T10:05:58.663" v="108" actId="14100"/>
          <ac:spMkLst>
            <pc:docMk/>
            <pc:sldMk cId="17266030" sldId="290"/>
            <ac:spMk id="234" creationId="{50F3685E-57A5-6C0C-3AFB-09D2DBBCA282}"/>
          </ac:spMkLst>
        </pc:spChg>
        <pc:spChg chg="mod">
          <ac:chgData name="Andrew Losty" userId="f39b6962-3fcb-4bb1-821f-cc0ce07bd3c3" providerId="ADAL" clId="{52A2801E-3387-4019-8114-3B431DE36125}" dt="2026-09-20T10:05:58.663" v="108" actId="14100"/>
          <ac:spMkLst>
            <pc:docMk/>
            <pc:sldMk cId="17266030" sldId="290"/>
            <ac:spMk id="236" creationId="{83AE6DE6-844C-660E-A664-174C8DA4D747}"/>
          </ac:spMkLst>
        </pc:spChg>
        <pc:spChg chg="del mod">
          <ac:chgData name="Andrew Losty" userId="f39b6962-3fcb-4bb1-821f-cc0ce07bd3c3" providerId="ADAL" clId="{52A2801E-3387-4019-8114-3B431DE36125}" dt="2026-09-20T10:03:41.693" v="101" actId="478"/>
          <ac:spMkLst>
            <pc:docMk/>
            <pc:sldMk cId="17266030" sldId="290"/>
            <ac:spMk id="237" creationId="{8266CFF8-5728-A0DB-5F57-DFADB290F868}"/>
          </ac:spMkLst>
        </pc:spChg>
        <pc:spChg chg="mod">
          <ac:chgData name="Andrew Losty" userId="f39b6962-3fcb-4bb1-821f-cc0ce07bd3c3" providerId="ADAL" clId="{52A2801E-3387-4019-8114-3B431DE36125}" dt="2026-09-20T10:05:58.663" v="108" actId="14100"/>
          <ac:spMkLst>
            <pc:docMk/>
            <pc:sldMk cId="17266030" sldId="290"/>
            <ac:spMk id="238" creationId="{239FE350-DCCC-D769-C71B-3219BF5A4D1E}"/>
          </ac:spMkLst>
        </pc:spChg>
        <pc:spChg chg="mod">
          <ac:chgData name="Andrew Losty" userId="f39b6962-3fcb-4bb1-821f-cc0ce07bd3c3" providerId="ADAL" clId="{52A2801E-3387-4019-8114-3B431DE36125}" dt="2026-09-20T10:06:39.147" v="114" actId="1076"/>
          <ac:spMkLst>
            <pc:docMk/>
            <pc:sldMk cId="17266030" sldId="290"/>
            <ac:spMk id="241" creationId="{0535ECBC-6D60-9D91-D374-6E3B3A14793B}"/>
          </ac:spMkLst>
        </pc:spChg>
        <pc:spChg chg="mod">
          <ac:chgData name="Andrew Losty" userId="f39b6962-3fcb-4bb1-821f-cc0ce07bd3c3" providerId="ADAL" clId="{52A2801E-3387-4019-8114-3B431DE36125}" dt="2026-09-20T10:06:39.147" v="114" actId="1076"/>
          <ac:spMkLst>
            <pc:docMk/>
            <pc:sldMk cId="17266030" sldId="290"/>
            <ac:spMk id="243" creationId="{4856D48D-4F27-268A-2290-512A51B1C4EC}"/>
          </ac:spMkLst>
        </pc:spChg>
        <pc:spChg chg="mod">
          <ac:chgData name="Andrew Losty" userId="f39b6962-3fcb-4bb1-821f-cc0ce07bd3c3" providerId="ADAL" clId="{52A2801E-3387-4019-8114-3B431DE36125}" dt="2026-09-20T10:02:09.118" v="80" actId="255"/>
          <ac:spMkLst>
            <pc:docMk/>
            <pc:sldMk cId="17266030" sldId="290"/>
            <ac:spMk id="244" creationId="{946102A6-E5F1-5C90-41F8-78F83901644D}"/>
          </ac:spMkLst>
        </pc:spChg>
        <pc:picChg chg="add mod">
          <ac:chgData name="Andrew Losty" userId="f39b6962-3fcb-4bb1-821f-cc0ce07bd3c3" providerId="ADAL" clId="{52A2801E-3387-4019-8114-3B431DE36125}" dt="2026-09-20T10:01:42.318" v="78" actId="14100"/>
          <ac:picMkLst>
            <pc:docMk/>
            <pc:sldMk cId="17266030" sldId="290"/>
            <ac:picMk id="172" creationId="{4F6E8EED-8537-9566-8DE0-A9645044383C}"/>
          </ac:picMkLst>
        </pc:picChg>
      </pc:sldChg>
      <pc:sldChg chg="addSp modSp ord">
        <pc:chgData name="Andrew Losty" userId="f39b6962-3fcb-4bb1-821f-cc0ce07bd3c3" providerId="ADAL" clId="{52A2801E-3387-4019-8114-3B431DE36125}" dt="2026-09-20T16:03:10.122" v="210"/>
        <pc:sldMkLst>
          <pc:docMk/>
          <pc:sldMk cId="2017406434" sldId="291"/>
        </pc:sldMkLst>
        <pc:spChg chg="mod">
          <ac:chgData name="Andrew Losty" userId="f39b6962-3fcb-4bb1-821f-cc0ce07bd3c3" providerId="ADAL" clId="{52A2801E-3387-4019-8114-3B431DE36125}" dt="2026-09-20T10:57:30.124" v="177"/>
          <ac:spMkLst>
            <pc:docMk/>
            <pc:sldMk cId="2017406434" sldId="291"/>
            <ac:spMk id="9" creationId="{08B03C8A-A546-EBF0-FB10-D321A21C461E}"/>
          </ac:spMkLst>
        </pc:spChg>
        <pc:spChg chg="add mod">
          <ac:chgData name="Andrew Losty" userId="f39b6962-3fcb-4bb1-821f-cc0ce07bd3c3" providerId="ADAL" clId="{52A2801E-3387-4019-8114-3B431DE36125}" dt="2026-09-20T10:32:25.589" v="170"/>
          <ac:spMkLst>
            <pc:docMk/>
            <pc:sldMk cId="2017406434" sldId="291"/>
            <ac:spMk id="12" creationId="{DF883D42-AA5E-63BE-64F8-47B23F29834A}"/>
          </ac:spMkLst>
        </pc:spChg>
        <pc:spChg chg="mod">
          <ac:chgData name="Andrew Losty" userId="f39b6962-3fcb-4bb1-821f-cc0ce07bd3c3" providerId="ADAL" clId="{52A2801E-3387-4019-8114-3B431DE36125}" dt="2026-09-20T10:32:25.589" v="170"/>
          <ac:spMkLst>
            <pc:docMk/>
            <pc:sldMk cId="2017406434" sldId="291"/>
            <ac:spMk id="18" creationId="{A94C7FAB-F622-77CC-DACA-20DE6E7C7B39}"/>
          </ac:spMkLst>
        </pc:spChg>
        <pc:spChg chg="mod">
          <ac:chgData name="Andrew Losty" userId="f39b6962-3fcb-4bb1-821f-cc0ce07bd3c3" providerId="ADAL" clId="{52A2801E-3387-4019-8114-3B431DE36125}" dt="2026-09-20T10:49:59.158" v="174"/>
          <ac:spMkLst>
            <pc:docMk/>
            <pc:sldMk cId="2017406434" sldId="291"/>
            <ac:spMk id="19" creationId="{4F8894AE-DDF9-7C5A-CB7B-2EFE3684B35A}"/>
          </ac:spMkLst>
        </pc:spChg>
        <pc:spChg chg="mod">
          <ac:chgData name="Andrew Losty" userId="f39b6962-3fcb-4bb1-821f-cc0ce07bd3c3" providerId="ADAL" clId="{52A2801E-3387-4019-8114-3B431DE36125}" dt="2026-09-20T10:32:25.589" v="170"/>
          <ac:spMkLst>
            <pc:docMk/>
            <pc:sldMk cId="2017406434" sldId="291"/>
            <ac:spMk id="20" creationId="{1F6E4A69-A9D6-C4EF-B15E-85237DBEC047}"/>
          </ac:spMkLst>
        </pc:spChg>
        <pc:spChg chg="mod">
          <ac:chgData name="Andrew Losty" userId="f39b6962-3fcb-4bb1-821f-cc0ce07bd3c3" providerId="ADAL" clId="{52A2801E-3387-4019-8114-3B431DE36125}" dt="2026-09-20T10:32:25.589" v="170"/>
          <ac:spMkLst>
            <pc:docMk/>
            <pc:sldMk cId="2017406434" sldId="291"/>
            <ac:spMk id="22" creationId="{B95CC42F-334F-08E0-7EE9-4082858AC897}"/>
          </ac:spMkLst>
        </pc:spChg>
        <pc:spChg chg="mod">
          <ac:chgData name="Andrew Losty" userId="f39b6962-3fcb-4bb1-821f-cc0ce07bd3c3" providerId="ADAL" clId="{52A2801E-3387-4019-8114-3B431DE36125}" dt="2026-09-20T10:32:25.589" v="170"/>
          <ac:spMkLst>
            <pc:docMk/>
            <pc:sldMk cId="2017406434" sldId="291"/>
            <ac:spMk id="23" creationId="{4D3634B1-CF5F-3D96-C337-575652298CE2}"/>
          </ac:spMkLst>
        </pc:spChg>
        <pc:spChg chg="mod">
          <ac:chgData name="Andrew Losty" userId="f39b6962-3fcb-4bb1-821f-cc0ce07bd3c3" providerId="ADAL" clId="{52A2801E-3387-4019-8114-3B431DE36125}" dt="2026-09-20T10:32:25.589" v="170"/>
          <ac:spMkLst>
            <pc:docMk/>
            <pc:sldMk cId="2017406434" sldId="291"/>
            <ac:spMk id="26" creationId="{A5E107D9-1779-B623-3893-8F49E67BB8A3}"/>
          </ac:spMkLst>
        </pc:spChg>
        <pc:spChg chg="mod">
          <ac:chgData name="Andrew Losty" userId="f39b6962-3fcb-4bb1-821f-cc0ce07bd3c3" providerId="ADAL" clId="{52A2801E-3387-4019-8114-3B431DE36125}" dt="2026-09-20T10:57:45.487" v="178"/>
          <ac:spMkLst>
            <pc:docMk/>
            <pc:sldMk cId="2017406434" sldId="291"/>
            <ac:spMk id="27" creationId="{9F32E4AB-8482-7806-D2F3-161B2335DA4E}"/>
          </ac:spMkLst>
        </pc:spChg>
        <pc:spChg chg="mod">
          <ac:chgData name="Andrew Losty" userId="f39b6962-3fcb-4bb1-821f-cc0ce07bd3c3" providerId="ADAL" clId="{52A2801E-3387-4019-8114-3B431DE36125}" dt="2026-09-20T10:32:25.589" v="170"/>
          <ac:spMkLst>
            <pc:docMk/>
            <pc:sldMk cId="2017406434" sldId="291"/>
            <ac:spMk id="28" creationId="{30589A5C-F4FB-6565-012A-66BFEB292F21}"/>
          </ac:spMkLst>
        </pc:spChg>
        <pc:spChg chg="mod">
          <ac:chgData name="Andrew Losty" userId="f39b6962-3fcb-4bb1-821f-cc0ce07bd3c3" providerId="ADAL" clId="{52A2801E-3387-4019-8114-3B431DE36125}" dt="2026-09-20T10:50:30.344" v="175"/>
          <ac:spMkLst>
            <pc:docMk/>
            <pc:sldMk cId="2017406434" sldId="291"/>
            <ac:spMk id="30" creationId="{8C926D6A-68A8-DE2D-D976-D5C669FFD949}"/>
          </ac:spMkLst>
        </pc:spChg>
        <pc:spChg chg="mod">
          <ac:chgData name="Andrew Losty" userId="f39b6962-3fcb-4bb1-821f-cc0ce07bd3c3" providerId="ADAL" clId="{52A2801E-3387-4019-8114-3B431DE36125}" dt="2026-09-20T10:50:30.344" v="175"/>
          <ac:spMkLst>
            <pc:docMk/>
            <pc:sldMk cId="2017406434" sldId="291"/>
            <ac:spMk id="31" creationId="{887260AD-A09F-0F97-0E89-7619C5E8E2F3}"/>
          </ac:spMkLst>
        </pc:spChg>
        <pc:spChg chg="mod">
          <ac:chgData name="Andrew Losty" userId="f39b6962-3fcb-4bb1-821f-cc0ce07bd3c3" providerId="ADAL" clId="{52A2801E-3387-4019-8114-3B431DE36125}" dt="2026-09-20T10:50:30.344" v="175"/>
          <ac:spMkLst>
            <pc:docMk/>
            <pc:sldMk cId="2017406434" sldId="291"/>
            <ac:spMk id="32" creationId="{F52579A7-2184-8C71-A063-392F5255D2C5}"/>
          </ac:spMkLst>
        </pc:spChg>
        <pc:spChg chg="mod">
          <ac:chgData name="Andrew Losty" userId="f39b6962-3fcb-4bb1-821f-cc0ce07bd3c3" providerId="ADAL" clId="{52A2801E-3387-4019-8114-3B431DE36125}" dt="2026-09-20T10:54:37.517" v="176"/>
          <ac:spMkLst>
            <pc:docMk/>
            <pc:sldMk cId="2017406434" sldId="291"/>
            <ac:spMk id="36" creationId="{13D9B82C-36CD-32BA-990F-25F3B54AC044}"/>
          </ac:spMkLst>
        </pc:spChg>
        <pc:spChg chg="mod">
          <ac:chgData name="Andrew Losty" userId="f39b6962-3fcb-4bb1-821f-cc0ce07bd3c3" providerId="ADAL" clId="{52A2801E-3387-4019-8114-3B431DE36125}" dt="2026-09-20T10:48:36.218" v="173"/>
          <ac:spMkLst>
            <pc:docMk/>
            <pc:sldMk cId="2017406434" sldId="291"/>
            <ac:spMk id="157" creationId="{9D0A90F2-1F06-A043-4692-E3584C0F5440}"/>
          </ac:spMkLst>
        </pc:spChg>
        <pc:grpChg chg="add mod">
          <ac:chgData name="Andrew Losty" userId="f39b6962-3fcb-4bb1-821f-cc0ce07bd3c3" providerId="ADAL" clId="{52A2801E-3387-4019-8114-3B431DE36125}" dt="2026-09-20T10:50:30.344" v="175"/>
          <ac:grpSpMkLst>
            <pc:docMk/>
            <pc:sldMk cId="2017406434" sldId="291"/>
            <ac:grpSpMk id="29" creationId="{E75156A8-D846-A957-30DA-46D6295695E9}"/>
          </ac:grpSpMkLst>
        </pc:grpChg>
      </pc:sldChg>
      <pc:sldChg chg="addSp delSp modSp">
        <pc:chgData name="Andrew Losty" userId="f39b6962-3fcb-4bb1-821f-cc0ce07bd3c3" providerId="ADAL" clId="{52A2801E-3387-4019-8114-3B431DE36125}" dt="2026-09-20T16:43:07.736" v="214" actId="165"/>
        <pc:sldMkLst>
          <pc:docMk/>
          <pc:sldMk cId="2957642821" sldId="292"/>
        </pc:sldMkLst>
        <pc:spChg chg="mod">
          <ac:chgData name="Andrew Losty" userId="f39b6962-3fcb-4bb1-821f-cc0ce07bd3c3" providerId="ADAL" clId="{52A2801E-3387-4019-8114-3B431DE36125}" dt="2026-09-20T10:07:12.064" v="126" actId="20577"/>
          <ac:spMkLst>
            <pc:docMk/>
            <pc:sldMk cId="2957642821" sldId="292"/>
            <ac:spMk id="2" creationId="{D554F036-DB01-9AF6-C26B-8EF420B76324}"/>
          </ac:spMkLst>
        </pc:spChg>
        <pc:spChg chg="del">
          <ac:chgData name="Andrew Losty" userId="f39b6962-3fcb-4bb1-821f-cc0ce07bd3c3" providerId="ADAL" clId="{52A2801E-3387-4019-8114-3B431DE36125}" dt="2026-09-20T10:07:17.383" v="127" actId="478"/>
          <ac:spMkLst>
            <pc:docMk/>
            <pc:sldMk cId="2957642821" sldId="292"/>
            <ac:spMk id="5" creationId="{1BBFCABC-6870-7704-D352-12FEAA210BD8}"/>
          </ac:spMkLst>
        </pc:spChg>
        <pc:spChg chg="mod">
          <ac:chgData name="Andrew Losty" userId="f39b6962-3fcb-4bb1-821f-cc0ce07bd3c3" providerId="ADAL" clId="{52A2801E-3387-4019-8114-3B431DE36125}" dt="2026-09-20T10:09:29.400" v="130" actId="255"/>
          <ac:spMkLst>
            <pc:docMk/>
            <pc:sldMk cId="2957642821" sldId="292"/>
            <ac:spMk id="40" creationId="{C6E33209-13D5-17A6-661F-CD8AA489D626}"/>
          </ac:spMkLst>
        </pc:spChg>
        <pc:spChg chg="mod">
          <ac:chgData name="Andrew Losty" userId="f39b6962-3fcb-4bb1-821f-cc0ce07bd3c3" providerId="ADAL" clId="{52A2801E-3387-4019-8114-3B431DE36125}" dt="2026-09-20T10:09:29.400" v="130" actId="255"/>
          <ac:spMkLst>
            <pc:docMk/>
            <pc:sldMk cId="2957642821" sldId="292"/>
            <ac:spMk id="41" creationId="{982FEA4F-68FD-C790-0C0A-1491A94F8CB8}"/>
          </ac:spMkLst>
        </pc:spChg>
        <pc:spChg chg="mod">
          <ac:chgData name="Andrew Losty" userId="f39b6962-3fcb-4bb1-821f-cc0ce07bd3c3" providerId="ADAL" clId="{52A2801E-3387-4019-8114-3B431DE36125}" dt="2026-09-20T10:09:29.400" v="130" actId="255"/>
          <ac:spMkLst>
            <pc:docMk/>
            <pc:sldMk cId="2957642821" sldId="292"/>
            <ac:spMk id="42" creationId="{3B4AB9C9-2C01-9522-1C42-A37A8274F78C}"/>
          </ac:spMkLst>
        </pc:spChg>
        <pc:spChg chg="mod">
          <ac:chgData name="Andrew Losty" userId="f39b6962-3fcb-4bb1-821f-cc0ce07bd3c3" providerId="ADAL" clId="{52A2801E-3387-4019-8114-3B431DE36125}" dt="2026-09-20T10:09:29.400" v="130" actId="255"/>
          <ac:spMkLst>
            <pc:docMk/>
            <pc:sldMk cId="2957642821" sldId="292"/>
            <ac:spMk id="44" creationId="{B431C604-FA22-5307-6860-43C357236DA7}"/>
          </ac:spMkLst>
        </pc:spChg>
        <pc:spChg chg="mod">
          <ac:chgData name="Andrew Losty" userId="f39b6962-3fcb-4bb1-821f-cc0ce07bd3c3" providerId="ADAL" clId="{52A2801E-3387-4019-8114-3B431DE36125}" dt="2026-09-20T10:09:29.400" v="130" actId="255"/>
          <ac:spMkLst>
            <pc:docMk/>
            <pc:sldMk cId="2957642821" sldId="292"/>
            <ac:spMk id="45" creationId="{891C9D57-913A-635C-658E-F7F86B0DF361}"/>
          </ac:spMkLst>
        </pc:spChg>
        <pc:spChg chg="mod">
          <ac:chgData name="Andrew Losty" userId="f39b6962-3fcb-4bb1-821f-cc0ce07bd3c3" providerId="ADAL" clId="{52A2801E-3387-4019-8114-3B431DE36125}" dt="2026-09-20T10:09:29.400" v="130" actId="255"/>
          <ac:spMkLst>
            <pc:docMk/>
            <pc:sldMk cId="2957642821" sldId="292"/>
            <ac:spMk id="47" creationId="{1C0A813E-FCF8-80B0-698E-92FBF8DB5C94}"/>
          </ac:spMkLst>
        </pc:spChg>
        <pc:spChg chg="mod">
          <ac:chgData name="Andrew Losty" userId="f39b6962-3fcb-4bb1-821f-cc0ce07bd3c3" providerId="ADAL" clId="{52A2801E-3387-4019-8114-3B431DE36125}" dt="2026-09-20T10:09:29.400" v="130" actId="255"/>
          <ac:spMkLst>
            <pc:docMk/>
            <pc:sldMk cId="2957642821" sldId="292"/>
            <ac:spMk id="51" creationId="{BFED0046-5027-DCE8-A928-81B7369C2DDC}"/>
          </ac:spMkLst>
        </pc:spChg>
        <pc:spChg chg="mod">
          <ac:chgData name="Andrew Losty" userId="f39b6962-3fcb-4bb1-821f-cc0ce07bd3c3" providerId="ADAL" clId="{52A2801E-3387-4019-8114-3B431DE36125}" dt="2026-09-20T10:09:29.400" v="130" actId="255"/>
          <ac:spMkLst>
            <pc:docMk/>
            <pc:sldMk cId="2957642821" sldId="292"/>
            <ac:spMk id="52" creationId="{AAC237E4-5EB0-0D49-2A66-FD152BDE0793}"/>
          </ac:spMkLst>
        </pc:spChg>
        <pc:spChg chg="mod">
          <ac:chgData name="Andrew Losty" userId="f39b6962-3fcb-4bb1-821f-cc0ce07bd3c3" providerId="ADAL" clId="{52A2801E-3387-4019-8114-3B431DE36125}" dt="2026-09-20T10:09:29.400" v="130" actId="255"/>
          <ac:spMkLst>
            <pc:docMk/>
            <pc:sldMk cId="2957642821" sldId="292"/>
            <ac:spMk id="55" creationId="{2A78EA30-B634-988A-DAE0-251C879EA32E}"/>
          </ac:spMkLst>
        </pc:spChg>
        <pc:spChg chg="mod">
          <ac:chgData name="Andrew Losty" userId="f39b6962-3fcb-4bb1-821f-cc0ce07bd3c3" providerId="ADAL" clId="{52A2801E-3387-4019-8114-3B431DE36125}" dt="2026-09-20T10:09:29.400" v="130" actId="255"/>
          <ac:spMkLst>
            <pc:docMk/>
            <pc:sldMk cId="2957642821" sldId="292"/>
            <ac:spMk id="62" creationId="{B36BAB44-0DCD-641F-3B72-CA3E7986E9FD}"/>
          </ac:spMkLst>
        </pc:spChg>
        <pc:spChg chg="add mod">
          <ac:chgData name="Andrew Losty" userId="f39b6962-3fcb-4bb1-821f-cc0ce07bd3c3" providerId="ADAL" clId="{52A2801E-3387-4019-8114-3B431DE36125}" dt="2026-09-20T10:16:53.781" v="164" actId="1076"/>
          <ac:spMkLst>
            <pc:docMk/>
            <pc:sldMk cId="2957642821" sldId="292"/>
            <ac:spMk id="139" creationId="{98A60D1D-0816-B6C0-F1DE-9F12B4F29B04}"/>
          </ac:spMkLst>
        </pc:spChg>
        <pc:spChg chg="mod">
          <ac:chgData name="Andrew Losty" userId="f39b6962-3fcb-4bb1-821f-cc0ce07bd3c3" providerId="ADAL" clId="{52A2801E-3387-4019-8114-3B431DE36125}" dt="2026-09-20T10:12:10.050" v="152" actId="255"/>
          <ac:spMkLst>
            <pc:docMk/>
            <pc:sldMk cId="2957642821" sldId="292"/>
            <ac:spMk id="140" creationId="{CD0FD796-8088-9D12-145F-8BC9B030AAF5}"/>
          </ac:spMkLst>
        </pc:spChg>
        <pc:spChg chg="mod">
          <ac:chgData name="Andrew Losty" userId="f39b6962-3fcb-4bb1-821f-cc0ce07bd3c3" providerId="ADAL" clId="{52A2801E-3387-4019-8114-3B431DE36125}" dt="2026-09-20T10:10:49.611" v="140" actId="255"/>
          <ac:spMkLst>
            <pc:docMk/>
            <pc:sldMk cId="2957642821" sldId="292"/>
            <ac:spMk id="141" creationId="{8FDEA259-2C37-A398-AA05-5A9DF563F24F}"/>
          </ac:spMkLst>
        </pc:spChg>
        <pc:spChg chg="mod">
          <ac:chgData name="Andrew Losty" userId="f39b6962-3fcb-4bb1-821f-cc0ce07bd3c3" providerId="ADAL" clId="{52A2801E-3387-4019-8114-3B431DE36125}" dt="2026-09-20T10:10:56.061" v="141" actId="1076"/>
          <ac:spMkLst>
            <pc:docMk/>
            <pc:sldMk cId="2957642821" sldId="292"/>
            <ac:spMk id="142" creationId="{C2E90D18-4969-F666-F3DE-5AE422111B4D}"/>
          </ac:spMkLst>
        </pc:spChg>
        <pc:spChg chg="add mod">
          <ac:chgData name="Andrew Losty" userId="f39b6962-3fcb-4bb1-821f-cc0ce07bd3c3" providerId="ADAL" clId="{52A2801E-3387-4019-8114-3B431DE36125}" dt="2026-09-20T10:16:53.781" v="164" actId="1076"/>
          <ac:spMkLst>
            <pc:docMk/>
            <pc:sldMk cId="2957642821" sldId="292"/>
            <ac:spMk id="143" creationId="{B0A62C24-B5FD-4748-0A1C-43EBC1E2CF19}"/>
          </ac:spMkLst>
        </pc:spChg>
        <pc:spChg chg="mod">
          <ac:chgData name="Andrew Losty" userId="f39b6962-3fcb-4bb1-821f-cc0ce07bd3c3" providerId="ADAL" clId="{52A2801E-3387-4019-8114-3B431DE36125}" dt="2026-09-20T10:12:03.903" v="151" actId="404"/>
          <ac:spMkLst>
            <pc:docMk/>
            <pc:sldMk cId="2957642821" sldId="292"/>
            <ac:spMk id="144" creationId="{BF16D388-2D8E-BCD8-C778-0394D2355517}"/>
          </ac:spMkLst>
        </pc:spChg>
        <pc:spChg chg="mod">
          <ac:chgData name="Andrew Losty" userId="f39b6962-3fcb-4bb1-821f-cc0ce07bd3c3" providerId="ADAL" clId="{52A2801E-3387-4019-8114-3B431DE36125}" dt="2026-09-20T10:10:49.611" v="140" actId="255"/>
          <ac:spMkLst>
            <pc:docMk/>
            <pc:sldMk cId="2957642821" sldId="292"/>
            <ac:spMk id="145" creationId="{0733AFBE-2246-1BF1-FD08-B69A40D69EB5}"/>
          </ac:spMkLst>
        </pc:spChg>
        <pc:spChg chg="mod">
          <ac:chgData name="Andrew Losty" userId="f39b6962-3fcb-4bb1-821f-cc0ce07bd3c3" providerId="ADAL" clId="{52A2801E-3387-4019-8114-3B431DE36125}" dt="2026-09-20T10:12:25.087" v="155" actId="1076"/>
          <ac:spMkLst>
            <pc:docMk/>
            <pc:sldMk cId="2957642821" sldId="292"/>
            <ac:spMk id="146" creationId="{8CE518CA-49C8-9B3E-C8C2-49DA1F29AE04}"/>
          </ac:spMkLst>
        </pc:spChg>
        <pc:spChg chg="mod">
          <ac:chgData name="Andrew Losty" userId="f39b6962-3fcb-4bb1-821f-cc0ce07bd3c3" providerId="ADAL" clId="{52A2801E-3387-4019-8114-3B431DE36125}" dt="2026-09-20T10:12:21.151" v="154" actId="1076"/>
          <ac:spMkLst>
            <pc:docMk/>
            <pc:sldMk cId="2957642821" sldId="292"/>
            <ac:spMk id="147" creationId="{42E7D852-59A7-9BF4-518E-1E56BC4E2FDE}"/>
          </ac:spMkLst>
        </pc:spChg>
        <pc:spChg chg="add mod">
          <ac:chgData name="Andrew Losty" userId="f39b6962-3fcb-4bb1-821f-cc0ce07bd3c3" providerId="ADAL" clId="{52A2801E-3387-4019-8114-3B431DE36125}" dt="2026-09-20T10:17:04.840" v="165"/>
          <ac:spMkLst>
            <pc:docMk/>
            <pc:sldMk cId="2957642821" sldId="292"/>
            <ac:spMk id="149" creationId="{B3B5EA42-5130-1D05-3E81-DAF82AE8977A}"/>
          </ac:spMkLst>
        </pc:spChg>
        <pc:spChg chg="add mod">
          <ac:chgData name="Andrew Losty" userId="f39b6962-3fcb-4bb1-821f-cc0ce07bd3c3" providerId="ADAL" clId="{52A2801E-3387-4019-8114-3B431DE36125}" dt="2026-09-20T10:17:12.500" v="167" actId="1076"/>
          <ac:spMkLst>
            <pc:docMk/>
            <pc:sldMk cId="2957642821" sldId="292"/>
            <ac:spMk id="150" creationId="{8B24389F-3E30-F6EA-54FF-0280F4198994}"/>
          </ac:spMkLst>
        </pc:spChg>
        <pc:spChg chg="add mod">
          <ac:chgData name="Andrew Losty" userId="f39b6962-3fcb-4bb1-821f-cc0ce07bd3c3" providerId="ADAL" clId="{52A2801E-3387-4019-8114-3B431DE36125}" dt="2026-09-20T10:17:21.770" v="169" actId="1076"/>
          <ac:spMkLst>
            <pc:docMk/>
            <pc:sldMk cId="2957642821" sldId="292"/>
            <ac:spMk id="151" creationId="{216F539C-7E04-E4A2-E4B8-782F08D18CF7}"/>
          </ac:spMkLst>
        </pc:spChg>
        <pc:spChg chg="add mod">
          <ac:chgData name="Andrew Losty" userId="f39b6962-3fcb-4bb1-821f-cc0ce07bd3c3" providerId="ADAL" clId="{52A2801E-3387-4019-8114-3B431DE36125}" dt="2026-09-20T10:17:21.770" v="169" actId="1076"/>
          <ac:spMkLst>
            <pc:docMk/>
            <pc:sldMk cId="2957642821" sldId="292"/>
            <ac:spMk id="153" creationId="{F7D0A134-0B8E-08A9-3EDF-6B06C635A6C6}"/>
          </ac:spMkLst>
        </pc:spChg>
        <pc:spChg chg="mod">
          <ac:chgData name="Andrew Losty" userId="f39b6962-3fcb-4bb1-821f-cc0ce07bd3c3" providerId="ADAL" clId="{52A2801E-3387-4019-8114-3B431DE36125}" dt="2026-09-20T10:12:34.697" v="156"/>
          <ac:spMkLst>
            <pc:docMk/>
            <pc:sldMk cId="2957642821" sldId="292"/>
            <ac:spMk id="154" creationId="{EB24C642-8E35-AC16-DE4F-994CA8E3D84D}"/>
          </ac:spMkLst>
        </pc:spChg>
        <pc:spChg chg="mod topLvl">
          <ac:chgData name="Andrew Losty" userId="f39b6962-3fcb-4bb1-821f-cc0ce07bd3c3" providerId="ADAL" clId="{52A2801E-3387-4019-8114-3B431DE36125}" dt="2026-09-20T16:43:07.736" v="214" actId="165"/>
          <ac:spMkLst>
            <pc:docMk/>
            <pc:sldMk cId="2957642821" sldId="292"/>
            <ac:spMk id="176" creationId="{E299087A-5AF1-B0BC-0307-C510B99978DF}"/>
          </ac:spMkLst>
        </pc:spChg>
        <pc:spChg chg="mod topLvl">
          <ac:chgData name="Andrew Losty" userId="f39b6962-3fcb-4bb1-821f-cc0ce07bd3c3" providerId="ADAL" clId="{52A2801E-3387-4019-8114-3B431DE36125}" dt="2026-09-20T16:43:07.736" v="214" actId="165"/>
          <ac:spMkLst>
            <pc:docMk/>
            <pc:sldMk cId="2957642821" sldId="292"/>
            <ac:spMk id="184" creationId="{87EAE346-D097-028D-0872-8840282E4754}"/>
          </ac:spMkLst>
        </pc:spChg>
        <pc:spChg chg="mod topLvl">
          <ac:chgData name="Andrew Losty" userId="f39b6962-3fcb-4bb1-821f-cc0ce07bd3c3" providerId="ADAL" clId="{52A2801E-3387-4019-8114-3B431DE36125}" dt="2026-09-20T16:43:07.736" v="214" actId="165"/>
          <ac:spMkLst>
            <pc:docMk/>
            <pc:sldMk cId="2957642821" sldId="292"/>
            <ac:spMk id="190" creationId="{382D40EA-1C90-307C-1C23-91FE69941C9F}"/>
          </ac:spMkLst>
        </pc:spChg>
        <pc:spChg chg="mod topLvl">
          <ac:chgData name="Andrew Losty" userId="f39b6962-3fcb-4bb1-821f-cc0ce07bd3c3" providerId="ADAL" clId="{52A2801E-3387-4019-8114-3B431DE36125}" dt="2026-09-20T16:43:07.736" v="214" actId="165"/>
          <ac:spMkLst>
            <pc:docMk/>
            <pc:sldMk cId="2957642821" sldId="292"/>
            <ac:spMk id="202" creationId="{7641000B-2B9A-1944-C7B5-3FA41EF814A8}"/>
          </ac:spMkLst>
        </pc:spChg>
        <pc:spChg chg="mod topLvl">
          <ac:chgData name="Andrew Losty" userId="f39b6962-3fcb-4bb1-821f-cc0ce07bd3c3" providerId="ADAL" clId="{52A2801E-3387-4019-8114-3B431DE36125}" dt="2026-09-20T16:43:07.736" v="214" actId="165"/>
          <ac:spMkLst>
            <pc:docMk/>
            <pc:sldMk cId="2957642821" sldId="292"/>
            <ac:spMk id="210" creationId="{EF7C4F2A-4892-E8F8-24A6-CAACD4024131}"/>
          </ac:spMkLst>
        </pc:spChg>
        <pc:spChg chg="mod topLvl">
          <ac:chgData name="Andrew Losty" userId="f39b6962-3fcb-4bb1-821f-cc0ce07bd3c3" providerId="ADAL" clId="{52A2801E-3387-4019-8114-3B431DE36125}" dt="2026-09-20T16:43:07.736" v="214" actId="165"/>
          <ac:spMkLst>
            <pc:docMk/>
            <pc:sldMk cId="2957642821" sldId="292"/>
            <ac:spMk id="216" creationId="{46259ADF-FF12-0FCA-5654-AE48B673CCAF}"/>
          </ac:spMkLst>
        </pc:spChg>
        <pc:spChg chg="mod topLvl">
          <ac:chgData name="Andrew Losty" userId="f39b6962-3fcb-4bb1-821f-cc0ce07bd3c3" providerId="ADAL" clId="{52A2801E-3387-4019-8114-3B431DE36125}" dt="2026-09-20T16:43:07.736" v="214" actId="165"/>
          <ac:spMkLst>
            <pc:docMk/>
            <pc:sldMk cId="2957642821" sldId="292"/>
            <ac:spMk id="258" creationId="{A5221075-C006-452A-EDE1-E17D2A88B18D}"/>
          </ac:spMkLst>
        </pc:spChg>
        <pc:spChg chg="mod topLvl">
          <ac:chgData name="Andrew Losty" userId="f39b6962-3fcb-4bb1-821f-cc0ce07bd3c3" providerId="ADAL" clId="{52A2801E-3387-4019-8114-3B431DE36125}" dt="2026-09-20T16:43:07.736" v="214" actId="165"/>
          <ac:spMkLst>
            <pc:docMk/>
            <pc:sldMk cId="2957642821" sldId="292"/>
            <ac:spMk id="300" creationId="{FED0AC57-ECF1-08FD-AE42-260C2222BD90}"/>
          </ac:spMkLst>
        </pc:spChg>
        <pc:spChg chg="mod topLvl">
          <ac:chgData name="Andrew Losty" userId="f39b6962-3fcb-4bb1-821f-cc0ce07bd3c3" providerId="ADAL" clId="{52A2801E-3387-4019-8114-3B431DE36125}" dt="2026-09-20T16:43:07.736" v="214" actId="165"/>
          <ac:spMkLst>
            <pc:docMk/>
            <pc:sldMk cId="2957642821" sldId="292"/>
            <ac:spMk id="312" creationId="{9B4D0294-CBC0-6EF6-2FC5-FA1A590210EA}"/>
          </ac:spMkLst>
        </pc:spChg>
        <pc:spChg chg="mod topLvl">
          <ac:chgData name="Andrew Losty" userId="f39b6962-3fcb-4bb1-821f-cc0ce07bd3c3" providerId="ADAL" clId="{52A2801E-3387-4019-8114-3B431DE36125}" dt="2026-09-20T16:43:07.736" v="214" actId="165"/>
          <ac:spMkLst>
            <pc:docMk/>
            <pc:sldMk cId="2957642821" sldId="292"/>
            <ac:spMk id="314" creationId="{463C59E4-C545-FD79-9514-4ED411117E27}"/>
          </ac:spMkLst>
        </pc:spChg>
        <pc:picChg chg="del mod">
          <ac:chgData name="Andrew Losty" userId="f39b6962-3fcb-4bb1-821f-cc0ce07bd3c3" providerId="ADAL" clId="{52A2801E-3387-4019-8114-3B431DE36125}" dt="2026-09-20T10:14:15.231" v="157" actId="478"/>
          <ac:picMkLst>
            <pc:docMk/>
            <pc:sldMk cId="2957642821" sldId="292"/>
            <ac:picMk id="4" creationId="{71A19EA2-E085-0511-3090-3A9588F445AB}"/>
          </ac:picMkLst>
        </pc:picChg>
        <pc:picChg chg="add mod">
          <ac:chgData name="Andrew Losty" userId="f39b6962-3fcb-4bb1-821f-cc0ce07bd3c3" providerId="ADAL" clId="{52A2801E-3387-4019-8114-3B431DE36125}" dt="2026-09-20T10:15:53.021" v="162" actId="1076"/>
          <ac:picMkLst>
            <pc:docMk/>
            <pc:sldMk cId="2957642821" sldId="292"/>
            <ac:picMk id="13" creationId="{6D213845-851D-AF3B-BAB1-CB9F56D8F7C1}"/>
          </ac:picMkLst>
        </pc:picChg>
      </pc:sldChg>
      <pc:sldChg chg="addSp delSp modSp">
        <pc:chgData name="Andrew Losty" userId="f39b6962-3fcb-4bb1-821f-cc0ce07bd3c3" providerId="ADAL" clId="{52A2801E-3387-4019-8114-3B431DE36125}" dt="2026-09-20T13:42:39.167" v="197"/>
        <pc:sldMkLst>
          <pc:docMk/>
          <pc:sldMk cId="1910670244" sldId="293"/>
        </pc:sldMkLst>
        <pc:spChg chg="add mod">
          <ac:chgData name="Andrew Losty" userId="f39b6962-3fcb-4bb1-821f-cc0ce07bd3c3" providerId="ADAL" clId="{52A2801E-3387-4019-8114-3B431DE36125}" dt="2026-09-20T13:00:59.484" v="191"/>
          <ac:spMkLst>
            <pc:docMk/>
            <pc:sldMk cId="1910670244" sldId="293"/>
            <ac:spMk id="32" creationId="{1EB182FF-C840-E774-04FA-699136CE85B2}"/>
          </ac:spMkLst>
        </pc:spChg>
        <pc:spChg chg="mod">
          <ac:chgData name="Andrew Losty" userId="f39b6962-3fcb-4bb1-821f-cc0ce07bd3c3" providerId="ADAL" clId="{52A2801E-3387-4019-8114-3B431DE36125}" dt="2026-09-20T13:00:59.484" v="191"/>
          <ac:spMkLst>
            <pc:docMk/>
            <pc:sldMk cId="1910670244" sldId="293"/>
            <ac:spMk id="35" creationId="{091CB1FC-451D-9873-ED22-D6ECABA3EF2D}"/>
          </ac:spMkLst>
        </pc:spChg>
        <pc:spChg chg="add mod">
          <ac:chgData name="Andrew Losty" userId="f39b6962-3fcb-4bb1-821f-cc0ce07bd3c3" providerId="ADAL" clId="{52A2801E-3387-4019-8114-3B431DE36125}" dt="2026-09-20T13:00:59.484" v="191"/>
          <ac:spMkLst>
            <pc:docMk/>
            <pc:sldMk cId="1910670244" sldId="293"/>
            <ac:spMk id="37" creationId="{F5B627F7-05E1-7D3A-1ADD-00E8C37D75FF}"/>
          </ac:spMkLst>
        </pc:spChg>
        <pc:spChg chg="mod">
          <ac:chgData name="Andrew Losty" userId="f39b6962-3fcb-4bb1-821f-cc0ce07bd3c3" providerId="ADAL" clId="{52A2801E-3387-4019-8114-3B431DE36125}" dt="2026-09-20T13:00:59.484" v="191"/>
          <ac:spMkLst>
            <pc:docMk/>
            <pc:sldMk cId="1910670244" sldId="293"/>
            <ac:spMk id="39" creationId="{EC55C9F2-652D-C08D-AA31-CB6C9962D740}"/>
          </ac:spMkLst>
        </pc:spChg>
        <pc:spChg chg="mod">
          <ac:chgData name="Andrew Losty" userId="f39b6962-3fcb-4bb1-821f-cc0ce07bd3c3" providerId="ADAL" clId="{52A2801E-3387-4019-8114-3B431DE36125}" dt="2026-09-20T13:00:59.484" v="191"/>
          <ac:spMkLst>
            <pc:docMk/>
            <pc:sldMk cId="1910670244" sldId="293"/>
            <ac:spMk id="40" creationId="{E7111C72-5FF3-999B-92A2-EFB082F8AB24}"/>
          </ac:spMkLst>
        </pc:spChg>
        <pc:spChg chg="mod">
          <ac:chgData name="Andrew Losty" userId="f39b6962-3fcb-4bb1-821f-cc0ce07bd3c3" providerId="ADAL" clId="{52A2801E-3387-4019-8114-3B431DE36125}" dt="2026-09-20T13:00:59.484" v="191"/>
          <ac:spMkLst>
            <pc:docMk/>
            <pc:sldMk cId="1910670244" sldId="293"/>
            <ac:spMk id="41" creationId="{F8C324AD-826D-BDA9-B6ED-5CD081CEDF02}"/>
          </ac:spMkLst>
        </pc:spChg>
        <pc:spChg chg="mod">
          <ac:chgData name="Andrew Losty" userId="f39b6962-3fcb-4bb1-821f-cc0ce07bd3c3" providerId="ADAL" clId="{52A2801E-3387-4019-8114-3B431DE36125}" dt="2026-09-20T13:00:59.484" v="191"/>
          <ac:spMkLst>
            <pc:docMk/>
            <pc:sldMk cId="1910670244" sldId="293"/>
            <ac:spMk id="44" creationId="{80522F02-7411-DC0B-FAC1-741926AD3307}"/>
          </ac:spMkLst>
        </pc:spChg>
        <pc:spChg chg="mod">
          <ac:chgData name="Andrew Losty" userId="f39b6962-3fcb-4bb1-821f-cc0ce07bd3c3" providerId="ADAL" clId="{52A2801E-3387-4019-8114-3B431DE36125}" dt="2026-09-20T13:00:59.484" v="191"/>
          <ac:spMkLst>
            <pc:docMk/>
            <pc:sldMk cId="1910670244" sldId="293"/>
            <ac:spMk id="45" creationId="{B2ABD05B-C936-BF67-AF2C-D039436F3B38}"/>
          </ac:spMkLst>
        </pc:spChg>
        <pc:spChg chg="mod">
          <ac:chgData name="Andrew Losty" userId="f39b6962-3fcb-4bb1-821f-cc0ce07bd3c3" providerId="ADAL" clId="{52A2801E-3387-4019-8114-3B431DE36125}" dt="2026-09-20T13:00:59.484" v="191"/>
          <ac:spMkLst>
            <pc:docMk/>
            <pc:sldMk cId="1910670244" sldId="293"/>
            <ac:spMk id="48" creationId="{6A2B0C03-61AC-6136-8451-AE03D3A2655A}"/>
          </ac:spMkLst>
        </pc:spChg>
        <pc:spChg chg="mod">
          <ac:chgData name="Andrew Losty" userId="f39b6962-3fcb-4bb1-821f-cc0ce07bd3c3" providerId="ADAL" clId="{52A2801E-3387-4019-8114-3B431DE36125}" dt="2026-09-20T13:00:59.484" v="191"/>
          <ac:spMkLst>
            <pc:docMk/>
            <pc:sldMk cId="1910670244" sldId="293"/>
            <ac:spMk id="49" creationId="{8D19E9FD-B7EA-3D4C-7DC5-F14C3A4AEAF7}"/>
          </ac:spMkLst>
        </pc:spChg>
        <pc:spChg chg="add del mod">
          <ac:chgData name="Andrew Losty" userId="f39b6962-3fcb-4bb1-821f-cc0ce07bd3c3" providerId="ADAL" clId="{52A2801E-3387-4019-8114-3B431DE36125}" dt="2026-09-20T13:40:17.782" v="194"/>
          <ac:spMkLst>
            <pc:docMk/>
            <pc:sldMk cId="1910670244" sldId="293"/>
            <ac:spMk id="50" creationId="{E7B791E9-F79E-82AD-FCC3-A6EE93C22287}"/>
          </ac:spMkLst>
        </pc:spChg>
        <pc:spChg chg="mod topLvl">
          <ac:chgData name="Andrew Losty" userId="f39b6962-3fcb-4bb1-821f-cc0ce07bd3c3" providerId="ADAL" clId="{52A2801E-3387-4019-8114-3B431DE36125}" dt="2026-09-20T12:53:40.436" v="190" actId="165"/>
          <ac:spMkLst>
            <pc:docMk/>
            <pc:sldMk cId="1910670244" sldId="293"/>
            <ac:spMk id="156" creationId="{5AA86CED-FE27-0DD3-BC3B-79508888D4B0}"/>
          </ac:spMkLst>
        </pc:spChg>
        <pc:spChg chg="mod topLvl">
          <ac:chgData name="Andrew Losty" userId="f39b6962-3fcb-4bb1-821f-cc0ce07bd3c3" providerId="ADAL" clId="{52A2801E-3387-4019-8114-3B431DE36125}" dt="2026-09-20T12:53:40.436" v="190" actId="165"/>
          <ac:spMkLst>
            <pc:docMk/>
            <pc:sldMk cId="1910670244" sldId="293"/>
            <ac:spMk id="194" creationId="{0589AE4E-9221-4F69-B4FE-58A1922E0E32}"/>
          </ac:spMkLst>
        </pc:spChg>
        <pc:spChg chg="mod topLvl">
          <ac:chgData name="Andrew Losty" userId="f39b6962-3fcb-4bb1-821f-cc0ce07bd3c3" providerId="ADAL" clId="{52A2801E-3387-4019-8114-3B431DE36125}" dt="2026-09-20T12:53:40.436" v="190" actId="165"/>
          <ac:spMkLst>
            <pc:docMk/>
            <pc:sldMk cId="1910670244" sldId="293"/>
            <ac:spMk id="213" creationId="{C48F13DB-E346-65AE-47DF-4930B4AF1AC4}"/>
          </ac:spMkLst>
        </pc:spChg>
        <pc:spChg chg="mod topLvl">
          <ac:chgData name="Andrew Losty" userId="f39b6962-3fcb-4bb1-821f-cc0ce07bd3c3" providerId="ADAL" clId="{52A2801E-3387-4019-8114-3B431DE36125}" dt="2026-09-20T12:53:40.436" v="190" actId="165"/>
          <ac:spMkLst>
            <pc:docMk/>
            <pc:sldMk cId="1910670244" sldId="293"/>
            <ac:spMk id="214" creationId="{7B32AAA6-3988-3116-948B-B51E87C9021B}"/>
          </ac:spMkLst>
        </pc:spChg>
        <pc:spChg chg="mod topLvl">
          <ac:chgData name="Andrew Losty" userId="f39b6962-3fcb-4bb1-821f-cc0ce07bd3c3" providerId="ADAL" clId="{52A2801E-3387-4019-8114-3B431DE36125}" dt="2026-09-20T12:53:40.436" v="190" actId="165"/>
          <ac:spMkLst>
            <pc:docMk/>
            <pc:sldMk cId="1910670244" sldId="293"/>
            <ac:spMk id="226" creationId="{C94BEE4E-1718-DE1C-6E71-F89B2D3625A3}"/>
          </ac:spMkLst>
        </pc:spChg>
        <pc:spChg chg="mod topLvl">
          <ac:chgData name="Andrew Losty" userId="f39b6962-3fcb-4bb1-821f-cc0ce07bd3c3" providerId="ADAL" clId="{52A2801E-3387-4019-8114-3B431DE36125}" dt="2026-09-20T12:53:40.436" v="190" actId="165"/>
          <ac:spMkLst>
            <pc:docMk/>
            <pc:sldMk cId="1910670244" sldId="293"/>
            <ac:spMk id="233" creationId="{8B00BA35-32E8-2500-E9EA-B2C8D7119567}"/>
          </ac:spMkLst>
        </pc:spChg>
        <pc:spChg chg="mod topLvl">
          <ac:chgData name="Andrew Losty" userId="f39b6962-3fcb-4bb1-821f-cc0ce07bd3c3" providerId="ADAL" clId="{52A2801E-3387-4019-8114-3B431DE36125}" dt="2026-09-20T12:53:40.436" v="190" actId="165"/>
          <ac:spMkLst>
            <pc:docMk/>
            <pc:sldMk cId="1910670244" sldId="293"/>
            <ac:spMk id="236" creationId="{6D5765DA-D917-12FF-D074-1805BAF771B3}"/>
          </ac:spMkLst>
        </pc:spChg>
        <pc:spChg chg="mod">
          <ac:chgData name="Andrew Losty" userId="f39b6962-3fcb-4bb1-821f-cc0ce07bd3c3" providerId="ADAL" clId="{52A2801E-3387-4019-8114-3B431DE36125}" dt="2026-09-20T12:53:40.436" v="190" actId="165"/>
          <ac:spMkLst>
            <pc:docMk/>
            <pc:sldMk cId="1910670244" sldId="293"/>
            <ac:spMk id="248" creationId="{04657203-769C-DB1A-9790-664A57D2F3FD}"/>
          </ac:spMkLst>
        </pc:spChg>
        <pc:spChg chg="mod topLvl">
          <ac:chgData name="Andrew Losty" userId="f39b6962-3fcb-4bb1-821f-cc0ce07bd3c3" providerId="ADAL" clId="{52A2801E-3387-4019-8114-3B431DE36125}" dt="2026-09-20T13:36:00.437" v="192" actId="165"/>
          <ac:spMkLst>
            <pc:docMk/>
            <pc:sldMk cId="1910670244" sldId="293"/>
            <ac:spMk id="249" creationId="{F17DEAC2-AA15-682A-5A70-7E0755CE37CE}"/>
          </ac:spMkLst>
        </pc:spChg>
        <pc:spChg chg="mod topLvl">
          <ac:chgData name="Andrew Losty" userId="f39b6962-3fcb-4bb1-821f-cc0ce07bd3c3" providerId="ADAL" clId="{52A2801E-3387-4019-8114-3B431DE36125}" dt="2026-09-20T13:36:00.437" v="192" actId="165"/>
          <ac:spMkLst>
            <pc:docMk/>
            <pc:sldMk cId="1910670244" sldId="293"/>
            <ac:spMk id="250" creationId="{4FEC210B-3E07-8B04-4033-4BEB57DE0BD0}"/>
          </ac:spMkLst>
        </pc:spChg>
        <pc:spChg chg="mod topLvl">
          <ac:chgData name="Andrew Losty" userId="f39b6962-3fcb-4bb1-821f-cc0ce07bd3c3" providerId="ADAL" clId="{52A2801E-3387-4019-8114-3B431DE36125}" dt="2026-09-20T13:36:00.437" v="192" actId="165"/>
          <ac:spMkLst>
            <pc:docMk/>
            <pc:sldMk cId="1910670244" sldId="293"/>
            <ac:spMk id="251" creationId="{9BEA77C4-B9A5-A536-8EF3-3097D26EF725}"/>
          </ac:spMkLst>
        </pc:spChg>
        <pc:spChg chg="mod topLvl">
          <ac:chgData name="Andrew Losty" userId="f39b6962-3fcb-4bb1-821f-cc0ce07bd3c3" providerId="ADAL" clId="{52A2801E-3387-4019-8114-3B431DE36125}" dt="2026-09-20T13:36:00.437" v="192" actId="165"/>
          <ac:spMkLst>
            <pc:docMk/>
            <pc:sldMk cId="1910670244" sldId="293"/>
            <ac:spMk id="253" creationId="{B143E8BB-EB8A-D3EF-2D83-6186C7C69946}"/>
          </ac:spMkLst>
        </pc:spChg>
        <pc:spChg chg="mod topLvl">
          <ac:chgData name="Andrew Losty" userId="f39b6962-3fcb-4bb1-821f-cc0ce07bd3c3" providerId="ADAL" clId="{52A2801E-3387-4019-8114-3B431DE36125}" dt="2026-09-20T13:36:00.437" v="192" actId="165"/>
          <ac:spMkLst>
            <pc:docMk/>
            <pc:sldMk cId="1910670244" sldId="293"/>
            <ac:spMk id="255" creationId="{D1E090CB-FA7E-093D-7458-B351FA057815}"/>
          </ac:spMkLst>
        </pc:spChg>
        <pc:spChg chg="mod topLvl">
          <ac:chgData name="Andrew Losty" userId="f39b6962-3fcb-4bb1-821f-cc0ce07bd3c3" providerId="ADAL" clId="{52A2801E-3387-4019-8114-3B431DE36125}" dt="2026-09-20T13:36:00.437" v="192" actId="165"/>
          <ac:spMkLst>
            <pc:docMk/>
            <pc:sldMk cId="1910670244" sldId="293"/>
            <ac:spMk id="258" creationId="{29642F7C-4B3B-3AA9-795D-70F0AEF6DB6B}"/>
          </ac:spMkLst>
        </pc:spChg>
        <pc:spChg chg="mod topLvl">
          <ac:chgData name="Andrew Losty" userId="f39b6962-3fcb-4bb1-821f-cc0ce07bd3c3" providerId="ADAL" clId="{52A2801E-3387-4019-8114-3B431DE36125}" dt="2026-09-20T13:36:00.437" v="192" actId="165"/>
          <ac:spMkLst>
            <pc:docMk/>
            <pc:sldMk cId="1910670244" sldId="293"/>
            <ac:spMk id="260" creationId="{A784EE5A-1A01-3697-983A-D39C18CB0D64}"/>
          </ac:spMkLst>
        </pc:spChg>
        <pc:spChg chg="mod topLvl">
          <ac:chgData name="Andrew Losty" userId="f39b6962-3fcb-4bb1-821f-cc0ce07bd3c3" providerId="ADAL" clId="{52A2801E-3387-4019-8114-3B431DE36125}" dt="2026-09-20T13:36:00.437" v="192" actId="165"/>
          <ac:spMkLst>
            <pc:docMk/>
            <pc:sldMk cId="1910670244" sldId="293"/>
            <ac:spMk id="263" creationId="{7C6BA967-BBE4-322D-04F2-6C1A02591854}"/>
          </ac:spMkLst>
        </pc:spChg>
        <pc:spChg chg="mod topLvl">
          <ac:chgData name="Andrew Losty" userId="f39b6962-3fcb-4bb1-821f-cc0ce07bd3c3" providerId="ADAL" clId="{52A2801E-3387-4019-8114-3B431DE36125}" dt="2026-09-20T13:36:00.437" v="192" actId="165"/>
          <ac:spMkLst>
            <pc:docMk/>
            <pc:sldMk cId="1910670244" sldId="293"/>
            <ac:spMk id="265" creationId="{8C9058A6-B8F3-F1A4-51BC-39DB57AEB9DD}"/>
          </ac:spMkLst>
        </pc:spChg>
        <pc:spChg chg="mod topLvl">
          <ac:chgData name="Andrew Losty" userId="f39b6962-3fcb-4bb1-821f-cc0ce07bd3c3" providerId="ADAL" clId="{52A2801E-3387-4019-8114-3B431DE36125}" dt="2026-09-20T13:36:00.437" v="192" actId="165"/>
          <ac:spMkLst>
            <pc:docMk/>
            <pc:sldMk cId="1910670244" sldId="293"/>
            <ac:spMk id="266" creationId="{5AE84265-E4AC-EDEB-FCD4-4D6F3D7B15A3}"/>
          </ac:spMkLst>
        </pc:spChg>
        <pc:spChg chg="mod">
          <ac:chgData name="Andrew Losty" userId="f39b6962-3fcb-4bb1-821f-cc0ce07bd3c3" providerId="ADAL" clId="{52A2801E-3387-4019-8114-3B431DE36125}" dt="2026-09-20T13:42:39.167" v="197"/>
          <ac:spMkLst>
            <pc:docMk/>
            <pc:sldMk cId="1910670244" sldId="293"/>
            <ac:spMk id="275" creationId="{729EA5DB-D308-868D-F2E3-B9B1E67A9839}"/>
          </ac:spMkLst>
        </pc:spChg>
        <pc:spChg chg="mod">
          <ac:chgData name="Andrew Losty" userId="f39b6962-3fcb-4bb1-821f-cc0ce07bd3c3" providerId="ADAL" clId="{52A2801E-3387-4019-8114-3B431DE36125}" dt="2026-09-20T13:42:22.716" v="196"/>
          <ac:spMkLst>
            <pc:docMk/>
            <pc:sldMk cId="1910670244" sldId="293"/>
            <ac:spMk id="304" creationId="{C9BA1ED0-AE22-CA4F-B09B-4E64CC70C84B}"/>
          </ac:spMkLst>
        </pc:spChg>
      </pc:sldChg>
      <pc:sldChg chg="modSp">
        <pc:chgData name="Andrew Losty" userId="f39b6962-3fcb-4bb1-821f-cc0ce07bd3c3" providerId="ADAL" clId="{52A2801E-3387-4019-8114-3B431DE36125}" dt="2026-09-20T13:49:05.337" v="200"/>
        <pc:sldMkLst>
          <pc:docMk/>
          <pc:sldMk cId="3286287687" sldId="295"/>
        </pc:sldMkLst>
        <pc:spChg chg="mod">
          <ac:chgData name="Andrew Losty" userId="f39b6962-3fcb-4bb1-821f-cc0ce07bd3c3" providerId="ADAL" clId="{52A2801E-3387-4019-8114-3B431DE36125}" dt="2026-09-20T13:49:05.337" v="200"/>
          <ac:spMkLst>
            <pc:docMk/>
            <pc:sldMk cId="3286287687" sldId="295"/>
            <ac:spMk id="270" creationId="{5AC4AC7D-BD67-250F-66E3-8D9597D6FD80}"/>
          </ac:spMkLst>
        </pc:spChg>
        <pc:spChg chg="mod">
          <ac:chgData name="Andrew Losty" userId="f39b6962-3fcb-4bb1-821f-cc0ce07bd3c3" providerId="ADAL" clId="{52A2801E-3387-4019-8114-3B431DE36125}" dt="2026-09-20T13:48:04.164" v="199"/>
          <ac:spMkLst>
            <pc:docMk/>
            <pc:sldMk cId="3286287687" sldId="295"/>
            <ac:spMk id="289" creationId="{D4EAA9F0-4EB9-2A92-A0BC-18B123DABD72}"/>
          </ac:spMkLst>
        </pc:spChg>
      </pc:sldChg>
      <pc:sldChg chg="modSp">
        <pc:chgData name="Andrew Losty" userId="f39b6962-3fcb-4bb1-821f-cc0ce07bd3c3" providerId="ADAL" clId="{52A2801E-3387-4019-8114-3B431DE36125}" dt="2026-09-20T11:55:17.119" v="187"/>
        <pc:sldMkLst>
          <pc:docMk/>
          <pc:sldMk cId="1543108230" sldId="296"/>
        </pc:sldMkLst>
        <pc:spChg chg="mod">
          <ac:chgData name="Andrew Losty" userId="f39b6962-3fcb-4bb1-821f-cc0ce07bd3c3" providerId="ADAL" clId="{52A2801E-3387-4019-8114-3B431DE36125}" dt="2026-09-20T11:55:17.119" v="187"/>
          <ac:spMkLst>
            <pc:docMk/>
            <pc:sldMk cId="1543108230" sldId="296"/>
            <ac:spMk id="62" creationId="{C2B80F74-89CC-7A01-C168-B10E4C2EAB50}"/>
          </ac:spMkLst>
        </pc:spChg>
      </pc:sldChg>
      <pc:sldChg chg="addSp modSp">
        <pc:chgData name="Andrew Losty" userId="f39b6962-3fcb-4bb1-821f-cc0ce07bd3c3" providerId="ADAL" clId="{52A2801E-3387-4019-8114-3B431DE36125}" dt="2026-09-20T11:58:56.888" v="188" actId="164"/>
        <pc:sldMkLst>
          <pc:docMk/>
          <pc:sldMk cId="272677614" sldId="299"/>
        </pc:sldMkLst>
        <pc:spChg chg="mod">
          <ac:chgData name="Andrew Losty" userId="f39b6962-3fcb-4bb1-821f-cc0ce07bd3c3" providerId="ADAL" clId="{52A2801E-3387-4019-8114-3B431DE36125}" dt="2026-09-20T11:58:56.888" v="188" actId="164"/>
          <ac:spMkLst>
            <pc:docMk/>
            <pc:sldMk cId="272677614" sldId="299"/>
            <ac:spMk id="11" creationId="{6DDAC669-8D5D-1A2B-EFF5-CBDBCFF44AB9}"/>
          </ac:spMkLst>
        </pc:spChg>
        <pc:grpChg chg="mod">
          <ac:chgData name="Andrew Losty" userId="f39b6962-3fcb-4bb1-821f-cc0ce07bd3c3" providerId="ADAL" clId="{52A2801E-3387-4019-8114-3B431DE36125}" dt="2026-09-20T11:58:56.888" v="188" actId="164"/>
          <ac:grpSpMkLst>
            <pc:docMk/>
            <pc:sldMk cId="272677614" sldId="299"/>
            <ac:grpSpMk id="3" creationId="{B274FD68-5ED1-426A-9E10-9C075EE4A800}"/>
          </ac:grpSpMkLst>
        </pc:grpChg>
        <pc:grpChg chg="add mod">
          <ac:chgData name="Andrew Losty" userId="f39b6962-3fcb-4bb1-821f-cc0ce07bd3c3" providerId="ADAL" clId="{52A2801E-3387-4019-8114-3B431DE36125}" dt="2026-09-20T11:58:56.888" v="188" actId="164"/>
          <ac:grpSpMkLst>
            <pc:docMk/>
            <pc:sldMk cId="272677614" sldId="299"/>
            <ac:grpSpMk id="7" creationId="{15AA3979-F779-B0BA-3A2F-2F6AA47F8943}"/>
          </ac:grpSpMkLst>
        </pc:grpChg>
        <pc:grpChg chg="mod">
          <ac:chgData name="Andrew Losty" userId="f39b6962-3fcb-4bb1-821f-cc0ce07bd3c3" providerId="ADAL" clId="{52A2801E-3387-4019-8114-3B431DE36125}" dt="2026-09-20T11:58:56.888" v="188" actId="164"/>
          <ac:grpSpMkLst>
            <pc:docMk/>
            <pc:sldMk cId="272677614" sldId="299"/>
            <ac:grpSpMk id="18" creationId="{DC8A8749-9E89-8E33-5CA0-8879E50A845C}"/>
          </ac:grpSpMkLst>
        </pc:grpChg>
        <pc:grpChg chg="mod">
          <ac:chgData name="Andrew Losty" userId="f39b6962-3fcb-4bb1-821f-cc0ce07bd3c3" providerId="ADAL" clId="{52A2801E-3387-4019-8114-3B431DE36125}" dt="2026-09-20T11:58:56.888" v="188" actId="164"/>
          <ac:grpSpMkLst>
            <pc:docMk/>
            <pc:sldMk cId="272677614" sldId="299"/>
            <ac:grpSpMk id="22" creationId="{46DAD536-8E80-C8A7-F26D-DDBCE1072063}"/>
          </ac:grpSpMkLst>
        </pc:grpChg>
        <pc:grpChg chg="mod">
          <ac:chgData name="Andrew Losty" userId="f39b6962-3fcb-4bb1-821f-cc0ce07bd3c3" providerId="ADAL" clId="{52A2801E-3387-4019-8114-3B431DE36125}" dt="2026-09-20T11:58:56.888" v="188" actId="164"/>
          <ac:grpSpMkLst>
            <pc:docMk/>
            <pc:sldMk cId="272677614" sldId="299"/>
            <ac:grpSpMk id="40" creationId="{CA54DA2C-AF09-11B9-2B28-74BF150CD343}"/>
          </ac:grpSpMkLst>
        </pc:grpChg>
      </pc:sldChg>
      <pc:sldChg chg="addSp modSp">
        <pc:chgData name="Andrew Losty" userId="f39b6962-3fcb-4bb1-821f-cc0ce07bd3c3" providerId="ADAL" clId="{52A2801E-3387-4019-8114-3B431DE36125}" dt="2026-09-20T16:25:52.080" v="213"/>
        <pc:sldMkLst>
          <pc:docMk/>
          <pc:sldMk cId="1495761789" sldId="301"/>
        </pc:sldMkLst>
        <pc:spChg chg="mod">
          <ac:chgData name="Andrew Losty" userId="f39b6962-3fcb-4bb1-821f-cc0ce07bd3c3" providerId="ADAL" clId="{52A2801E-3387-4019-8114-3B431DE36125}" dt="2026-09-20T11:42:47.928" v="186"/>
          <ac:spMkLst>
            <pc:docMk/>
            <pc:sldMk cId="1495761789" sldId="301"/>
            <ac:spMk id="12" creationId="{33650F05-E7AE-DB00-1911-563EE546C517}"/>
          </ac:spMkLst>
        </pc:spChg>
        <pc:spChg chg="mod">
          <ac:chgData name="Andrew Losty" userId="f39b6962-3fcb-4bb1-821f-cc0ce07bd3c3" providerId="ADAL" clId="{52A2801E-3387-4019-8114-3B431DE36125}" dt="2026-09-20T11:09:42.949" v="180" actId="164"/>
          <ac:spMkLst>
            <pc:docMk/>
            <pc:sldMk cId="1495761789" sldId="301"/>
            <ac:spMk id="13" creationId="{5C3A753F-4B0C-8CC7-93AE-E642DD23E4D4}"/>
          </ac:spMkLst>
        </pc:spChg>
        <pc:spChg chg="mod">
          <ac:chgData name="Andrew Losty" userId="f39b6962-3fcb-4bb1-821f-cc0ce07bd3c3" providerId="ADAL" clId="{52A2801E-3387-4019-8114-3B431DE36125}" dt="2026-09-20T16:25:52.080" v="213"/>
          <ac:spMkLst>
            <pc:docMk/>
            <pc:sldMk cId="1495761789" sldId="301"/>
            <ac:spMk id="19" creationId="{EAAC20E6-E366-6BE7-9D71-5E4829E2DC91}"/>
          </ac:spMkLst>
        </pc:spChg>
        <pc:spChg chg="mod">
          <ac:chgData name="Andrew Losty" userId="f39b6962-3fcb-4bb1-821f-cc0ce07bd3c3" providerId="ADAL" clId="{52A2801E-3387-4019-8114-3B431DE36125}" dt="2026-09-20T11:09:42.949" v="180" actId="164"/>
          <ac:spMkLst>
            <pc:docMk/>
            <pc:sldMk cId="1495761789" sldId="301"/>
            <ac:spMk id="143" creationId="{A4C6F88F-169D-13D9-BA48-0EC3167C1440}"/>
          </ac:spMkLst>
        </pc:spChg>
        <pc:spChg chg="mod">
          <ac:chgData name="Andrew Losty" userId="f39b6962-3fcb-4bb1-821f-cc0ce07bd3c3" providerId="ADAL" clId="{52A2801E-3387-4019-8114-3B431DE36125}" dt="2026-09-20T11:09:42.949" v="180" actId="164"/>
          <ac:spMkLst>
            <pc:docMk/>
            <pc:sldMk cId="1495761789" sldId="301"/>
            <ac:spMk id="169" creationId="{ECE878A0-8BA2-BDC7-6207-627B82F2FB6F}"/>
          </ac:spMkLst>
        </pc:spChg>
        <pc:spChg chg="mod">
          <ac:chgData name="Andrew Losty" userId="f39b6962-3fcb-4bb1-821f-cc0ce07bd3c3" providerId="ADAL" clId="{52A2801E-3387-4019-8114-3B431DE36125}" dt="2026-09-20T11:09:42.949" v="180" actId="164"/>
          <ac:spMkLst>
            <pc:docMk/>
            <pc:sldMk cId="1495761789" sldId="301"/>
            <ac:spMk id="171" creationId="{C8FCA9BD-9763-E638-28CD-989D3B7028B9}"/>
          </ac:spMkLst>
        </pc:spChg>
        <pc:spChg chg="mod">
          <ac:chgData name="Andrew Losty" userId="f39b6962-3fcb-4bb1-821f-cc0ce07bd3c3" providerId="ADAL" clId="{52A2801E-3387-4019-8114-3B431DE36125}" dt="2026-09-20T11:09:42.949" v="180" actId="164"/>
          <ac:spMkLst>
            <pc:docMk/>
            <pc:sldMk cId="1495761789" sldId="301"/>
            <ac:spMk id="177" creationId="{E01CC26F-1183-594C-FC0D-DEA25E24415D}"/>
          </ac:spMkLst>
        </pc:spChg>
        <pc:spChg chg="mod">
          <ac:chgData name="Andrew Losty" userId="f39b6962-3fcb-4bb1-821f-cc0ce07bd3c3" providerId="ADAL" clId="{52A2801E-3387-4019-8114-3B431DE36125}" dt="2026-09-20T11:09:42.949" v="180" actId="164"/>
          <ac:spMkLst>
            <pc:docMk/>
            <pc:sldMk cId="1495761789" sldId="301"/>
            <ac:spMk id="183" creationId="{68C85843-CA1C-EF5D-76BA-18AE056AC607}"/>
          </ac:spMkLst>
        </pc:spChg>
        <pc:spChg chg="mod">
          <ac:chgData name="Andrew Losty" userId="f39b6962-3fcb-4bb1-821f-cc0ce07bd3c3" providerId="ADAL" clId="{52A2801E-3387-4019-8114-3B431DE36125}" dt="2026-09-20T11:09:42.949" v="180" actId="164"/>
          <ac:spMkLst>
            <pc:docMk/>
            <pc:sldMk cId="1495761789" sldId="301"/>
            <ac:spMk id="187" creationId="{E2F8A27B-166D-F173-858A-558B1B86128A}"/>
          </ac:spMkLst>
        </pc:spChg>
        <pc:spChg chg="mod">
          <ac:chgData name="Andrew Losty" userId="f39b6962-3fcb-4bb1-821f-cc0ce07bd3c3" providerId="ADAL" clId="{52A2801E-3387-4019-8114-3B431DE36125}" dt="2026-09-20T11:09:42.949" v="180" actId="164"/>
          <ac:spMkLst>
            <pc:docMk/>
            <pc:sldMk cId="1495761789" sldId="301"/>
            <ac:spMk id="201" creationId="{5736445F-53D3-DA86-023B-3D4268988CBE}"/>
          </ac:spMkLst>
        </pc:spChg>
        <pc:spChg chg="mod">
          <ac:chgData name="Andrew Losty" userId="f39b6962-3fcb-4bb1-821f-cc0ce07bd3c3" providerId="ADAL" clId="{52A2801E-3387-4019-8114-3B431DE36125}" dt="2026-09-20T11:09:42.949" v="180" actId="164"/>
          <ac:spMkLst>
            <pc:docMk/>
            <pc:sldMk cId="1495761789" sldId="301"/>
            <ac:spMk id="223" creationId="{6B707402-AB88-8FED-1C0F-F665C6222F05}"/>
          </ac:spMkLst>
        </pc:spChg>
        <pc:spChg chg="mod">
          <ac:chgData name="Andrew Losty" userId="f39b6962-3fcb-4bb1-821f-cc0ce07bd3c3" providerId="ADAL" clId="{52A2801E-3387-4019-8114-3B431DE36125}" dt="2026-09-20T11:09:42.949" v="180" actId="164"/>
          <ac:spMkLst>
            <pc:docMk/>
            <pc:sldMk cId="1495761789" sldId="301"/>
            <ac:spMk id="229" creationId="{BA7F6401-992B-A81F-05EE-5768B6264351}"/>
          </ac:spMkLst>
        </pc:spChg>
        <pc:spChg chg="mod">
          <ac:chgData name="Andrew Losty" userId="f39b6962-3fcb-4bb1-821f-cc0ce07bd3c3" providerId="ADAL" clId="{52A2801E-3387-4019-8114-3B431DE36125}" dt="2026-09-20T11:36:28.559" v="181"/>
          <ac:spMkLst>
            <pc:docMk/>
            <pc:sldMk cId="1495761789" sldId="301"/>
            <ac:spMk id="247" creationId="{E0611CAB-33A8-AB39-FA4A-D040A4A9365D}"/>
          </ac:spMkLst>
        </pc:spChg>
        <pc:spChg chg="mod">
          <ac:chgData name="Andrew Losty" userId="f39b6962-3fcb-4bb1-821f-cc0ce07bd3c3" providerId="ADAL" clId="{52A2801E-3387-4019-8114-3B431DE36125}" dt="2026-09-20T12:35:39.578" v="189"/>
          <ac:spMkLst>
            <pc:docMk/>
            <pc:sldMk cId="1495761789" sldId="301"/>
            <ac:spMk id="251" creationId="{1881FE39-CA63-EC33-7C7B-9586885F7493}"/>
          </ac:spMkLst>
        </pc:spChg>
        <pc:spChg chg="mod">
          <ac:chgData name="Andrew Losty" userId="f39b6962-3fcb-4bb1-821f-cc0ce07bd3c3" providerId="ADAL" clId="{52A2801E-3387-4019-8114-3B431DE36125}" dt="2026-09-20T16:25:16.629" v="212"/>
          <ac:spMkLst>
            <pc:docMk/>
            <pc:sldMk cId="1495761789" sldId="301"/>
            <ac:spMk id="255" creationId="{3C612E19-EB48-EC5E-AA9D-7220F1CD3FA3}"/>
          </ac:spMkLst>
        </pc:spChg>
        <pc:spChg chg="mod">
          <ac:chgData name="Andrew Losty" userId="f39b6962-3fcb-4bb1-821f-cc0ce07bd3c3" providerId="ADAL" clId="{52A2801E-3387-4019-8114-3B431DE36125}" dt="2026-09-20T11:41:39.161" v="185"/>
          <ac:spMkLst>
            <pc:docMk/>
            <pc:sldMk cId="1495761789" sldId="301"/>
            <ac:spMk id="256" creationId="{4693E4D3-8BCA-FC9E-3ED6-C1CC615FFE1E}"/>
          </ac:spMkLst>
        </pc:spChg>
      </pc:sldChg>
      <pc:sldChg chg="modSp">
        <pc:chgData name="Andrew Losty" userId="f39b6962-3fcb-4bb1-821f-cc0ce07bd3c3" providerId="ADAL" clId="{52A2801E-3387-4019-8114-3B431DE36125}" dt="2026-09-20T15:44:08.369" v="208"/>
        <pc:sldMkLst>
          <pc:docMk/>
          <pc:sldMk cId="3943200147" sldId="305"/>
        </pc:sldMkLst>
        <pc:spChg chg="mod">
          <ac:chgData name="Andrew Losty" userId="f39b6962-3fcb-4bb1-821f-cc0ce07bd3c3" providerId="ADAL" clId="{52A2801E-3387-4019-8114-3B431DE36125}" dt="2026-09-20T15:44:08.369" v="208"/>
          <ac:spMkLst>
            <pc:docMk/>
            <pc:sldMk cId="3943200147" sldId="305"/>
            <ac:spMk id="6" creationId="{839D7D2D-EC71-5EFE-EAEF-8622F8FA16BD}"/>
          </ac:spMkLst>
        </pc:spChg>
      </pc:sldChg>
      <pc:sldChg chg="modSp">
        <pc:chgData name="Andrew Losty" userId="f39b6962-3fcb-4bb1-821f-cc0ce07bd3c3" providerId="ADAL" clId="{52A2801E-3387-4019-8114-3B431DE36125}" dt="2026-09-20T15:46:21.678" v="209"/>
        <pc:sldMkLst>
          <pc:docMk/>
          <pc:sldMk cId="1091794948" sldId="306"/>
        </pc:sldMkLst>
        <pc:spChg chg="mod">
          <ac:chgData name="Andrew Losty" userId="f39b6962-3fcb-4bb1-821f-cc0ce07bd3c3" providerId="ADAL" clId="{52A2801E-3387-4019-8114-3B431DE36125}" dt="2026-09-20T15:46:21.678" v="209"/>
          <ac:spMkLst>
            <pc:docMk/>
            <pc:sldMk cId="1091794948" sldId="306"/>
            <ac:spMk id="6" creationId="{C6C4FCE8-3DA8-42F1-4F37-CD41FA819DC8}"/>
          </ac:spMkLst>
        </pc:spChg>
      </pc:sldChg>
      <pc:sldChg chg="modSp">
        <pc:chgData name="Andrew Losty" userId="f39b6962-3fcb-4bb1-821f-cc0ce07bd3c3" providerId="ADAL" clId="{52A2801E-3387-4019-8114-3B431DE36125}" dt="2026-09-20T15:05:39.181" v="206"/>
        <pc:sldMkLst>
          <pc:docMk/>
          <pc:sldMk cId="1316082519" sldId="307"/>
        </pc:sldMkLst>
        <pc:spChg chg="mod">
          <ac:chgData name="Andrew Losty" userId="f39b6962-3fcb-4bb1-821f-cc0ce07bd3c3" providerId="ADAL" clId="{52A2801E-3387-4019-8114-3B431DE36125}" dt="2026-09-20T14:08:34.407" v="201"/>
          <ac:spMkLst>
            <pc:docMk/>
            <pc:sldMk cId="1316082519" sldId="307"/>
            <ac:spMk id="2" creationId="{B06FE660-C9E9-AC5B-1BEA-B2526CC86A0A}"/>
          </ac:spMkLst>
        </pc:spChg>
        <pc:spChg chg="mod">
          <ac:chgData name="Andrew Losty" userId="f39b6962-3fcb-4bb1-821f-cc0ce07bd3c3" providerId="ADAL" clId="{52A2801E-3387-4019-8114-3B431DE36125}" dt="2026-09-20T14:13:40.454" v="202"/>
          <ac:spMkLst>
            <pc:docMk/>
            <pc:sldMk cId="1316082519" sldId="307"/>
            <ac:spMk id="298" creationId="{CD1A7A70-31D8-6322-7FEC-5AD6644B21FC}"/>
          </ac:spMkLst>
        </pc:spChg>
        <pc:spChg chg="mod">
          <ac:chgData name="Andrew Losty" userId="f39b6962-3fcb-4bb1-821f-cc0ce07bd3c3" providerId="ADAL" clId="{52A2801E-3387-4019-8114-3B431DE36125}" dt="2026-09-20T15:03:41.750" v="205"/>
          <ac:spMkLst>
            <pc:docMk/>
            <pc:sldMk cId="1316082519" sldId="307"/>
            <ac:spMk id="300" creationId="{970ABCC6-C3E2-E23D-0F86-B79D6A61C591}"/>
          </ac:spMkLst>
        </pc:spChg>
        <pc:spChg chg="mod">
          <ac:chgData name="Andrew Losty" userId="f39b6962-3fcb-4bb1-821f-cc0ce07bd3c3" providerId="ADAL" clId="{52A2801E-3387-4019-8114-3B431DE36125}" dt="2026-09-20T15:05:39.181" v="206"/>
          <ac:spMkLst>
            <pc:docMk/>
            <pc:sldMk cId="1316082519" sldId="307"/>
            <ac:spMk id="305" creationId="{04CC66C9-D054-668F-9DD3-8EEC943B5D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DD3BB-AC96-B928-0976-19DFB0660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7274F-1EE4-B6F6-0AA8-B663EB2B4F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416E9F-1472-475B-4464-B231FCD220A9}"/>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r>
              <a:rPr lang="en-GB">
                <a:latin typeface="Abadi" panose="020B0604020104020204" pitchFamily="34" charset="0"/>
              </a:rPr>
              <a:t>[1] https://www.visualcapitalist.com/wp-content/uploads/2022/03/ABI_Research_38_Technology_Stats_You_Need_to_Know_for_2022.pdf</a:t>
            </a:r>
          </a:p>
          <a:p>
            <a:r>
              <a:rPr lang="en-GB">
                <a:latin typeface="Abadi" panose="020B0604020104020204" pitchFamily="34" charset="0"/>
              </a:rPr>
              <a:t>[2] https://developers.home.google.com/matter/primer</a:t>
            </a:r>
          </a:p>
          <a:p>
            <a:endParaRPr lang="en-GB">
              <a:latin typeface="Abadi" panose="020B06040201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rial" panose="020B0604020202020204" pitchFamily="34" charset="0"/>
                <a:ea typeface="Aptos" pitchFamily="34" charset="-122"/>
                <a:cs typeface="Arial" panose="020B0604020202020204" pitchFamily="34" charset="0"/>
              </a:rPr>
              <a:t>(CSA 350+ member companies, 3,856+ certified devices)</a:t>
            </a:r>
            <a:endParaRPr lang="en-US" sz="1200">
              <a:latin typeface="Arial" panose="020B0604020202020204" pitchFamily="34" charset="0"/>
              <a:cs typeface="Arial" panose="020B0604020202020204" pitchFamily="34" charset="0"/>
            </a:endParaRPr>
          </a:p>
          <a:p>
            <a:endParaRPr lang="en-GB">
              <a:latin typeface="Abadi" panose="020B0604020104020204" pitchFamily="34" charset="0"/>
            </a:endParaRPr>
          </a:p>
          <a:p>
            <a:endParaRPr lang="en-GB">
              <a:latin typeface="Abadi" panose="020B0604020104020204" pitchFamily="34" charset="0"/>
            </a:endParaRPr>
          </a:p>
          <a:p>
            <a:endParaRPr lang="en-GB">
              <a:latin typeface="Abadi" panose="020B0604020104020204" pitchFamily="34" charset="0"/>
            </a:endParaRPr>
          </a:p>
          <a:p>
            <a:endParaRPr lang="en-GB">
              <a:latin typeface="Abadi" panose="020B0604020104020204" pitchFamily="34" charset="0"/>
            </a:endParaRPr>
          </a:p>
          <a:p>
            <a:r>
              <a:rPr lang="en-US" b="1">
                <a:latin typeface="Abadi" panose="020B0604020104020204" pitchFamily="34" charset="0"/>
              </a:rPr>
              <a:t>UDP +  BTP – BDX Transfer Protocol?		Bulk data transfer</a:t>
            </a:r>
            <a:r>
              <a:rPr lang="en-US">
                <a:latin typeface="Abadi" panose="020B0604020104020204" pitchFamily="34" charset="0"/>
              </a:rPr>
              <a:t> between Matter devices			firmware/software images or other bulk data</a:t>
            </a:r>
          </a:p>
          <a:p>
            <a:endParaRPr lang="en-GB">
              <a:latin typeface="Abadi" panose="020B0604020104020204" pitchFamily="34" charset="0"/>
            </a:endParaRPr>
          </a:p>
          <a:p>
            <a:r>
              <a:rPr lang="en-US" b="1">
                <a:latin typeface="Abadi" panose="020B0604020104020204" pitchFamily="34" charset="0"/>
              </a:rPr>
              <a:t>TCP +  MRP – Message Reliability Protocol</a:t>
            </a:r>
            <a:r>
              <a:rPr lang="en-US">
                <a:latin typeface="Abadi" panose="020B0604020104020204" pitchFamily="34" charset="0"/>
              </a:rPr>
              <a:t>	Provides </a:t>
            </a:r>
            <a:r>
              <a:rPr lang="en-US" b="1">
                <a:latin typeface="Abadi" panose="020B0604020104020204" pitchFamily="34" charset="0"/>
              </a:rPr>
              <a:t>reliability for Matter messages over UDP		Communication, where the underlying transport (UDP) does not itself guarantee delivery</a:t>
            </a:r>
            <a:br>
              <a:rPr lang="en-US" b="1">
                <a:latin typeface="Abadi" panose="020B0604020104020204" pitchFamily="34" charset="0"/>
              </a:rPr>
            </a:br>
            <a:br>
              <a:rPr lang="en-US" b="1">
                <a:latin typeface="Abadi" panose="020B0604020104020204" pitchFamily="34" charset="0"/>
              </a:rPr>
            </a:br>
            <a:br>
              <a:rPr lang="en-US" b="1">
                <a:latin typeface="Abadi" panose="020B0604020104020204" pitchFamily="34" charset="0"/>
              </a:rPr>
            </a:br>
            <a:r>
              <a:rPr lang="en-US" b="1"/>
              <a:t>Matter 1.5 formally adds TCP support</a:t>
            </a:r>
          </a:p>
          <a:p>
            <a:r>
              <a:rPr lang="en-US">
                <a:effectLst/>
              </a:rPr>
              <a:t>Matter 1.5 introduces optional TCP transport for operational messaging:</a:t>
            </a:r>
            <a:endParaRPr lang="en-US"/>
          </a:p>
          <a:p>
            <a:pPr lvl="0"/>
            <a:r>
              <a:rPr lang="en-US">
                <a:effectLst/>
              </a:rPr>
              <a:t>“Matter 1.5 adds </a:t>
            </a:r>
            <a:r>
              <a:rPr lang="en-US" b="1">
                <a:effectLst/>
              </a:rPr>
              <a:t>TCP support</a:t>
            </a:r>
            <a:r>
              <a:rPr lang="en-US">
                <a:effectLst/>
              </a:rPr>
              <a:t> to the standard, but it remains to be seen how this will be implemented in practice.” </a:t>
            </a:r>
            <a:endParaRPr lang="en-US"/>
          </a:p>
          <a:p>
            <a:r>
              <a:rPr lang="en-US">
                <a:effectLst/>
              </a:rPr>
              <a:t>As of 2026, most ecosystems (Apple, Google, Amazon, SmartThings, HA) still use </a:t>
            </a:r>
            <a:r>
              <a:rPr lang="en-US" b="1">
                <a:effectLst/>
              </a:rPr>
              <a:t>UDP</a:t>
            </a:r>
            <a:r>
              <a:rPr lang="en-US">
                <a:effectLst/>
              </a:rPr>
              <a:t> for operational traffic.</a:t>
            </a:r>
            <a:endParaRPr lang="en-US"/>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834379A4-2494-E3F1-D30F-2B55C84EF6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69263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FBEB5-7D26-FAB1-A876-15F78ACCE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295BF-1A69-0537-C3C5-1D54748644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A0B9F2-27AF-8A69-966C-CEC64716BEF7}"/>
              </a:ext>
            </a:extLst>
          </p:cNvPr>
          <p:cNvSpPr>
            <a:spLocks noGrp="1"/>
          </p:cNvSpPr>
          <p:nvPr>
            <p:ph type="body" idx="1"/>
          </p:nvPr>
        </p:nvSpPr>
        <p:spPr/>
        <p:txBody>
          <a:bodyPr/>
          <a:lstStyle/>
          <a:p>
            <a:endParaRPr lang="en-GB">
              <a:latin typeface="Abadi" panose="020B0604020104020204" pitchFamily="34" charset="0"/>
            </a:endParaRPr>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578F1B6A-46A4-5B9C-4F86-8957B914BD2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9542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900E2-1C07-CF91-665D-35675E36C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B5991-E4DC-63F2-7128-2BAFD261AB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9D7F18-EC72-7EC9-682E-829E219B5B6E}"/>
              </a:ext>
            </a:extLst>
          </p:cNvPr>
          <p:cNvSpPr>
            <a:spLocks noGrp="1"/>
          </p:cNvSpPr>
          <p:nvPr>
            <p:ph type="body" idx="1"/>
          </p:nvPr>
        </p:nvSpPr>
        <p:spPr/>
        <p:txBody>
          <a:bodyPr/>
          <a:lstStyle/>
          <a:p>
            <a:endParaRPr lang="en-GB">
              <a:latin typeface="Abadi" panose="020B0604020104020204" pitchFamily="34" charset="0"/>
            </a:endParaRPr>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41A941F0-DB28-B042-6494-25B40F74610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79796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17370-651D-9FAD-5F9E-07AABA88B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8C198-27D6-469E-4ACA-490ADBB7CC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103DDF-B318-F63E-A53D-FD7CDA67EB61}"/>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endParaRPr lang="en-US" b="1">
              <a:latin typeface="Abadi" panose="020B0604020104020204" pitchFamily="34" charset="0"/>
            </a:endParaRPr>
          </a:p>
          <a:p>
            <a:endParaRPr lang="en-US" b="1">
              <a:latin typeface="Abadi" panose="020B0604020104020204" pitchFamily="34" charset="0"/>
            </a:endParaRPr>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A1B74F5A-48E7-FF0F-6FBA-7765B042BA5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8597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304BC-8ACD-3678-1B13-E59C90174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831BD-46DD-0AF7-0156-66C579C214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44024E-54D9-6C32-D6BA-3FADBE7E323C}"/>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r>
              <a:rPr lang="en-US" b="1">
                <a:latin typeface="Abadi" panose="020B0604020104020204" pitchFamily="34" charset="0"/>
              </a:rPr>
              <a:t>UDP +  BTP – BDX Transfer Protocol?		Bulk data transfer</a:t>
            </a:r>
            <a:r>
              <a:rPr lang="en-US">
                <a:latin typeface="Abadi" panose="020B0604020104020204" pitchFamily="34" charset="0"/>
              </a:rPr>
              <a:t> between Matter devices			firmware/software images or other bulk data</a:t>
            </a:r>
          </a:p>
          <a:p>
            <a:endParaRPr lang="en-GB">
              <a:latin typeface="Abadi" panose="020B0604020104020204" pitchFamily="34" charset="0"/>
            </a:endParaRPr>
          </a:p>
          <a:p>
            <a:r>
              <a:rPr lang="en-US" b="1">
                <a:latin typeface="Abadi" panose="020B0604020104020204" pitchFamily="34" charset="0"/>
              </a:rPr>
              <a:t>TCP +  MRP – Message Reliability Protocol</a:t>
            </a:r>
            <a:r>
              <a:rPr lang="en-US">
                <a:latin typeface="Abadi" panose="020B0604020104020204" pitchFamily="34" charset="0"/>
              </a:rPr>
              <a:t>	Provides </a:t>
            </a:r>
            <a:r>
              <a:rPr lang="en-US" b="1">
                <a:latin typeface="Abadi" panose="020B0604020104020204" pitchFamily="34" charset="0"/>
              </a:rPr>
              <a:t>reliability for Matter messages over UDP		Communication, where the underlying transport (UDP) does not itself guarantee delivery</a:t>
            </a:r>
            <a:br>
              <a:rPr lang="en-US" b="1">
                <a:latin typeface="Abadi" panose="020B0604020104020204" pitchFamily="34" charset="0"/>
              </a:rPr>
            </a:br>
            <a:br>
              <a:rPr lang="en-US" b="1">
                <a:latin typeface="Abadi" panose="020B0604020104020204" pitchFamily="34" charset="0"/>
              </a:rPr>
            </a:br>
            <a:br>
              <a:rPr lang="en-US" b="1">
                <a:latin typeface="Abadi" panose="020B0604020104020204" pitchFamily="34" charset="0"/>
              </a:rPr>
            </a:br>
            <a:r>
              <a:rPr lang="en-US" b="1"/>
              <a:t>Matter 1.5 formally adds TCP support</a:t>
            </a:r>
          </a:p>
          <a:p>
            <a:r>
              <a:rPr lang="en-US">
                <a:effectLst/>
              </a:rPr>
              <a:t>Matter 1.5 introduces optional TCP transport for operational messaging:</a:t>
            </a:r>
            <a:endParaRPr lang="en-US"/>
          </a:p>
          <a:p>
            <a:pPr lvl="0"/>
            <a:r>
              <a:rPr lang="en-US">
                <a:effectLst/>
              </a:rPr>
              <a:t>“Matter 1.5 adds </a:t>
            </a:r>
            <a:r>
              <a:rPr lang="en-US" b="1">
                <a:effectLst/>
              </a:rPr>
              <a:t>TCP support</a:t>
            </a:r>
            <a:r>
              <a:rPr lang="en-US">
                <a:effectLst/>
              </a:rPr>
              <a:t> to the standard, but it remains to be seen how this will be implemented in practice.” </a:t>
            </a:r>
            <a:endParaRPr lang="en-US"/>
          </a:p>
          <a:p>
            <a:r>
              <a:rPr lang="en-US">
                <a:effectLst/>
              </a:rPr>
              <a:t>As of 2026, most ecosystems (Apple, Google, Amazon, SmartThings, HA) still use </a:t>
            </a:r>
            <a:r>
              <a:rPr lang="en-US" b="1">
                <a:effectLst/>
              </a:rPr>
              <a:t>UDP</a:t>
            </a:r>
            <a:r>
              <a:rPr lang="en-US">
                <a:effectLst/>
              </a:rPr>
              <a:t> for operational traffic.</a:t>
            </a:r>
            <a:endParaRPr lang="en-US"/>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F5DDE44A-0DBA-327A-9346-B43C890294E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07204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709E-E6F9-69D8-256C-AD1744E77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76772-7E77-44B3-52A9-65E2817695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AF6FA3-7853-4EA4-FE74-EEF1BCE9565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632BE2B0-5F7F-6DC6-8C10-E1A4382ECBE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5222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DC3C3-AAE3-019B-6A26-6D305D84D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63E27-693B-7263-43B4-B4E44CB82E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42EF4EE-800A-847B-88B9-05860DB38901}"/>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09FA5DB9-7D04-AB6C-AC2A-CB3CA3232A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82706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749F-15F1-29C9-92EA-159513C30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683DB-5FD1-CF1B-F4BF-4AB1A3E5C0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12F10B-2F66-E57F-2F84-6084360CCB9B}"/>
              </a:ext>
            </a:extLst>
          </p:cNvPr>
          <p:cNvSpPr>
            <a:spLocks noGrp="1"/>
          </p:cNvSpPr>
          <p:nvPr>
            <p:ph type="body" idx="1"/>
          </p:nvPr>
        </p:nvSpPr>
        <p:spPr/>
        <p:txBody>
          <a:bodyPr/>
          <a:lstStyle/>
          <a:p>
            <a:endParaRPr lang="en-GB"/>
          </a:p>
          <a:p>
            <a:endParaRPr lang="en-GB"/>
          </a:p>
          <a:p>
            <a:pPr rtl="0"/>
            <a:r>
              <a:rPr lang="en-US" b="1"/>
              <a:t>Manufacturer</a:t>
            </a:r>
          </a:p>
          <a:p>
            <a:pPr lvl="0" rtl="0"/>
            <a:r>
              <a:rPr lang="en-US" b="1"/>
              <a:t>Device fingerprinting</a:t>
            </a:r>
            <a:r>
              <a:rPr lang="en-US"/>
              <a:t> — identifies the vendor, enabling targeted research into that vendor's known vulnerabilities, default configurations, and firmware quirks</a:t>
            </a:r>
          </a:p>
          <a:p>
            <a:pPr lvl="0" rtl="0"/>
            <a:r>
              <a:rPr lang="en-US" b="1"/>
              <a:t>Supply chain inference</a:t>
            </a:r>
            <a:r>
              <a:rPr lang="en-US"/>
              <a:t> — some manufacturers OEM from common chipset vendors (Espressif, Nordic, Silicon Labs), so the real attack surface may be broader than the brand suggests</a:t>
            </a:r>
          </a:p>
          <a:p>
            <a:endParaRPr lang="en-GB"/>
          </a:p>
          <a:p>
            <a:pPr rtl="0"/>
            <a:r>
              <a:rPr lang="en-US" b="1"/>
              <a:t>Model</a:t>
            </a:r>
          </a:p>
          <a:p>
            <a:pPr lvl="0" rtl="0"/>
            <a:r>
              <a:rPr lang="en-US" b="1"/>
              <a:t>CVE lookup</a:t>
            </a:r>
            <a:r>
              <a:rPr lang="en-US"/>
              <a:t> — a specific model can be cross-referenced against public vulnerability databases immediately</a:t>
            </a:r>
          </a:p>
          <a:p>
            <a:endParaRPr lang="en-GB"/>
          </a:p>
          <a:p>
            <a:pPr rtl="0"/>
            <a:r>
              <a:rPr lang="en-US" b="1"/>
              <a:t>Software Version</a:t>
            </a:r>
          </a:p>
          <a:p>
            <a:pPr lvl="0" rtl="0"/>
            <a:r>
              <a:rPr lang="en-US" b="1"/>
              <a:t>Precise vulnerability matching</a:t>
            </a:r>
            <a:r>
              <a:rPr lang="en-US"/>
              <a:t> — narrows CVEs to confirmed-affected versions; removes guesswork</a:t>
            </a:r>
          </a:p>
          <a:p>
            <a:pPr lvl="0" rtl="0"/>
            <a:r>
              <a:rPr lang="en-US" b="1"/>
              <a:t>Patch gap identification</a:t>
            </a:r>
            <a:r>
              <a:rPr lang="en-US"/>
              <a:t> — if the device is behind the current release, the adversary knows </a:t>
            </a:r>
            <a:r>
              <a:rPr lang="en-US" i="1"/>
              <a:t>exactly</a:t>
            </a:r>
            <a:r>
              <a:rPr lang="en-US"/>
              <a:t> which patched vulnerabilities are still exploitable</a:t>
            </a:r>
          </a:p>
          <a:p>
            <a:endParaRPr/>
          </a:p>
        </p:txBody>
      </p:sp>
      <p:sp>
        <p:nvSpPr>
          <p:cNvPr id="4" name="Slide Number Placeholder 3">
            <a:extLst>
              <a:ext uri="{FF2B5EF4-FFF2-40B4-BE49-F238E27FC236}">
                <a16:creationId xmlns:a16="http://schemas.microsoft.com/office/drawing/2014/main" id="{14F4528B-CDEE-C386-CE36-F46FC1D78B9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74429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6D885-BCB5-488D-1C3F-2ABCA09A3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EDB93-F217-7186-7316-EB7CFC1C13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1A727F-044B-FFBD-1490-2C9BCC7A0D0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3A79077-592B-59DC-C24A-2924D58315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93518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551F-E012-FD66-0ABB-7F0D6778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93F53-A47C-7113-21A3-9997EBAB16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E7991E-C594-3209-357B-B407154EE079}"/>
              </a:ext>
            </a:extLst>
          </p:cNvPr>
          <p:cNvSpPr>
            <a:spLocks noGrp="1"/>
          </p:cNvSpPr>
          <p:nvPr>
            <p:ph type="body" idx="1"/>
          </p:nvPr>
        </p:nvSpPr>
        <p:spPr/>
        <p:txBody>
          <a:bodyPr/>
          <a:lstStyle/>
          <a:p>
            <a:r>
              <a:rPr lang="en-US"/>
              <a:t>Matter specification Basic Information </a:t>
            </a:r>
            <a:r>
              <a:rPr lang="en-US" sz="1200" kern="1200" err="1"/>
              <a:t>ClusterRevision</a:t>
            </a:r>
            <a:endParaRPr lang="en-US"/>
          </a:p>
          <a:p>
            <a:r>
              <a:rPr lang="en-US"/>
              <a:t>Matter 1.0			</a:t>
            </a:r>
            <a:r>
              <a:rPr lang="en-US" b="1"/>
              <a:t>1</a:t>
            </a:r>
            <a:endParaRPr lang="en-US"/>
          </a:p>
          <a:p>
            <a:r>
              <a:rPr lang="en-US"/>
              <a:t>Matter 1.1			</a:t>
            </a:r>
            <a:r>
              <a:rPr lang="en-US" b="1"/>
              <a:t>2</a:t>
            </a:r>
            <a:endParaRPr lang="en-US"/>
          </a:p>
          <a:p>
            <a:r>
              <a:rPr lang="en-US"/>
              <a:t>Matter 1.2			</a:t>
            </a:r>
            <a:r>
              <a:rPr lang="en-US" b="1"/>
              <a:t>2</a:t>
            </a:r>
            <a:endParaRPr lang="en-US"/>
          </a:p>
          <a:p>
            <a:r>
              <a:rPr lang="en-US"/>
              <a:t>Matter 1.3			</a:t>
            </a:r>
            <a:r>
              <a:rPr lang="en-US" b="1"/>
              <a:t>3</a:t>
            </a:r>
            <a:endParaRPr lang="en-US"/>
          </a:p>
          <a:p>
            <a:r>
              <a:rPr lang="en-US"/>
              <a:t>Matter 1.4			</a:t>
            </a:r>
            <a:r>
              <a:rPr lang="en-US" b="1"/>
              <a:t>5</a:t>
            </a:r>
            <a:endParaRPr lang="en-US"/>
          </a:p>
          <a:p>
            <a:r>
              <a:rPr lang="en-US"/>
              <a:t>Matter 1.5			</a:t>
            </a:r>
            <a:r>
              <a:rPr lang="en-US" b="1"/>
              <a:t>5</a:t>
            </a:r>
            <a:endParaRPr lang="en-US"/>
          </a:p>
          <a:p>
            <a:r>
              <a:rPr lang="en-US"/>
              <a:t>Current development/master		</a:t>
            </a:r>
            <a:r>
              <a:rPr lang="en-US" b="1"/>
              <a:t>6</a:t>
            </a:r>
            <a:endParaRPr lang="en-US"/>
          </a:p>
          <a:p>
            <a:endParaRPr/>
          </a:p>
        </p:txBody>
      </p:sp>
      <p:sp>
        <p:nvSpPr>
          <p:cNvPr id="4" name="Slide Number Placeholder 3">
            <a:extLst>
              <a:ext uri="{FF2B5EF4-FFF2-40B4-BE49-F238E27FC236}">
                <a16:creationId xmlns:a16="http://schemas.microsoft.com/office/drawing/2014/main" id="{8AB7FBED-B9BD-DA04-24FD-50C57E6CF00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1968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A05B-F77B-1EF4-90AF-483FC8009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A68F7-7D44-888C-BC19-AE674848C2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F66B24-CB48-4B52-C299-761529C2FF2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8BD79BCB-3ADB-1A77-DD37-300FBD3B69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67147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0822-A60E-FB22-2CCA-486BFEDB2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37D74-731D-8441-FB6A-555D481E00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3B659F9-D4E0-76DD-61FB-2EA1F0C867F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1AE3491-2FF0-3CC4-D369-A87B450440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05224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7B561-F85A-5A7D-3969-4D951841A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BE477-25BC-50A3-9FF0-D2BB86C799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ADEE3F-15C9-D32D-3633-74A420C6AA6F}"/>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r>
              <a:rPr lang="en-US" b="1">
                <a:latin typeface="Abadi" panose="020B0604020104020204" pitchFamily="34" charset="0"/>
              </a:rPr>
              <a:t>UDP +  BTP – BDX Transfer Protocol?		Bulk data transfer</a:t>
            </a:r>
            <a:r>
              <a:rPr lang="en-US">
                <a:latin typeface="Abadi" panose="020B0604020104020204" pitchFamily="34" charset="0"/>
              </a:rPr>
              <a:t> between Matter devices			firmware/software images or other bulk data</a:t>
            </a:r>
          </a:p>
          <a:p>
            <a:endParaRPr lang="en-GB">
              <a:latin typeface="Abadi" panose="020B0604020104020204" pitchFamily="34" charset="0"/>
            </a:endParaRPr>
          </a:p>
          <a:p>
            <a:r>
              <a:rPr lang="en-US" b="1">
                <a:latin typeface="Abadi" panose="020B0604020104020204" pitchFamily="34" charset="0"/>
              </a:rPr>
              <a:t>TCP +  MRP – Message Reliability Protocol</a:t>
            </a:r>
            <a:r>
              <a:rPr lang="en-US">
                <a:latin typeface="Abadi" panose="020B0604020104020204" pitchFamily="34" charset="0"/>
              </a:rPr>
              <a:t>	Provides </a:t>
            </a:r>
            <a:r>
              <a:rPr lang="en-US" b="1">
                <a:latin typeface="Abadi" panose="020B0604020104020204" pitchFamily="34" charset="0"/>
              </a:rPr>
              <a:t>reliability for Matter messages over UDP		Communication, where the underlying transport (UDP) does not itself guarantee delivery</a:t>
            </a:r>
            <a:br>
              <a:rPr lang="en-US" b="1">
                <a:latin typeface="Abadi" panose="020B0604020104020204" pitchFamily="34" charset="0"/>
              </a:rPr>
            </a:br>
            <a:br>
              <a:rPr lang="en-US" b="1">
                <a:latin typeface="Abadi" panose="020B0604020104020204" pitchFamily="34" charset="0"/>
              </a:rPr>
            </a:br>
            <a:br>
              <a:rPr lang="en-US" b="1">
                <a:latin typeface="Abadi" panose="020B0604020104020204" pitchFamily="34" charset="0"/>
              </a:rPr>
            </a:br>
            <a:r>
              <a:rPr lang="en-US" b="1"/>
              <a:t>Matter 1.5 formally adds TCP support</a:t>
            </a:r>
          </a:p>
          <a:p>
            <a:r>
              <a:rPr lang="en-US">
                <a:effectLst/>
              </a:rPr>
              <a:t>Matter 1.5 introduces optional TCP transport for operational messaging:</a:t>
            </a:r>
            <a:endParaRPr lang="en-US"/>
          </a:p>
          <a:p>
            <a:pPr lvl="0"/>
            <a:r>
              <a:rPr lang="en-US">
                <a:effectLst/>
              </a:rPr>
              <a:t>“Matter 1.5 adds </a:t>
            </a:r>
            <a:r>
              <a:rPr lang="en-US" b="1">
                <a:effectLst/>
              </a:rPr>
              <a:t>TCP support</a:t>
            </a:r>
            <a:r>
              <a:rPr lang="en-US">
                <a:effectLst/>
              </a:rPr>
              <a:t> to the standard, but it remains to be seen how this will be implemented in practice.” </a:t>
            </a:r>
            <a:endParaRPr lang="en-US"/>
          </a:p>
          <a:p>
            <a:r>
              <a:rPr lang="en-US">
                <a:effectLst/>
              </a:rPr>
              <a:t>As of 2026, most ecosystems (Apple, Google, Amazon, SmartThings, HA) still use </a:t>
            </a:r>
            <a:r>
              <a:rPr lang="en-US" b="1">
                <a:effectLst/>
              </a:rPr>
              <a:t>UDP</a:t>
            </a:r>
            <a:r>
              <a:rPr lang="en-US">
                <a:effectLst/>
              </a:rPr>
              <a:t> for operational traffic.</a:t>
            </a:r>
            <a:endParaRPr lang="en-US"/>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655F5545-A17B-683F-026B-95AC0E423F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00281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70C50-32E1-9B6D-545A-3D490439E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D1F10-3970-1F0C-AD9E-11639024F8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0AF34F-E441-715B-6704-1FE664F836C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0105116-39D8-4640-9459-761C549A3AC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2874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7724-F795-7BB2-FB8A-C6FDF1D1B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342FD-EC3E-A53D-6CBF-7D6D1F7011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092C4E-1B40-8B95-ACB0-730D0A2CC128}"/>
              </a:ext>
            </a:extLst>
          </p:cNvPr>
          <p:cNvSpPr>
            <a:spLocks noGrp="1"/>
          </p:cNvSpPr>
          <p:nvPr>
            <p:ph type="body" idx="1"/>
          </p:nvPr>
        </p:nvSpPr>
        <p:spPr/>
        <p:txBody>
          <a:bodyPr/>
          <a:lstStyle/>
          <a:p>
            <a:endParaRPr lang="en-GB">
              <a:latin typeface="Abadi" panose="020B0604020104020204" pitchFamily="34" charset="0"/>
            </a:endParaRPr>
          </a:p>
          <a:p>
            <a:endParaRPr lang="en-GB">
              <a:latin typeface="Abadi" panose="020B0604020104020204" pitchFamily="34" charset="0"/>
            </a:endParaRPr>
          </a:p>
          <a:p>
            <a:r>
              <a:rPr lang="en-US" b="1">
                <a:latin typeface="Abadi" panose="020B0604020104020204" pitchFamily="34" charset="0"/>
              </a:rPr>
              <a:t>UDP +  BTP – BDX Transfer Protocol?		Bulk data transfer</a:t>
            </a:r>
            <a:r>
              <a:rPr lang="en-US">
                <a:latin typeface="Abadi" panose="020B0604020104020204" pitchFamily="34" charset="0"/>
              </a:rPr>
              <a:t> between Matter devices			firmware/software images or other bulk data</a:t>
            </a:r>
          </a:p>
          <a:p>
            <a:endParaRPr lang="en-GB">
              <a:latin typeface="Abadi" panose="020B0604020104020204" pitchFamily="34" charset="0"/>
            </a:endParaRPr>
          </a:p>
          <a:p>
            <a:r>
              <a:rPr lang="en-US" b="1">
                <a:latin typeface="Abadi" panose="020B0604020104020204" pitchFamily="34" charset="0"/>
              </a:rPr>
              <a:t>TCP +  MRP – Message Reliability Protocol</a:t>
            </a:r>
            <a:r>
              <a:rPr lang="en-US">
                <a:latin typeface="Abadi" panose="020B0604020104020204" pitchFamily="34" charset="0"/>
              </a:rPr>
              <a:t>	Provides </a:t>
            </a:r>
            <a:r>
              <a:rPr lang="en-US" b="1">
                <a:latin typeface="Abadi" panose="020B0604020104020204" pitchFamily="34" charset="0"/>
              </a:rPr>
              <a:t>reliability for Matter messages over UDP		Communication, where the underlying transport (UDP) does not itself guarantee delivery</a:t>
            </a:r>
            <a:br>
              <a:rPr lang="en-US" b="1">
                <a:latin typeface="Abadi" panose="020B0604020104020204" pitchFamily="34" charset="0"/>
              </a:rPr>
            </a:br>
            <a:br>
              <a:rPr lang="en-US" b="1">
                <a:latin typeface="Abadi" panose="020B0604020104020204" pitchFamily="34" charset="0"/>
              </a:rPr>
            </a:br>
            <a:br>
              <a:rPr lang="en-US" b="1">
                <a:latin typeface="Abadi" panose="020B0604020104020204" pitchFamily="34" charset="0"/>
              </a:rPr>
            </a:br>
            <a:r>
              <a:rPr lang="en-US" b="1"/>
              <a:t>Matter 1.5 formally adds TCP support</a:t>
            </a:r>
          </a:p>
          <a:p>
            <a:r>
              <a:rPr lang="en-US">
                <a:effectLst/>
              </a:rPr>
              <a:t>Matter 1.5 introduces optional TCP transport for operational messaging:</a:t>
            </a:r>
            <a:endParaRPr lang="en-US"/>
          </a:p>
          <a:p>
            <a:pPr lvl="0"/>
            <a:r>
              <a:rPr lang="en-US">
                <a:effectLst/>
              </a:rPr>
              <a:t>“Matter 1.5 adds </a:t>
            </a:r>
            <a:r>
              <a:rPr lang="en-US" b="1">
                <a:effectLst/>
              </a:rPr>
              <a:t>TCP support</a:t>
            </a:r>
            <a:r>
              <a:rPr lang="en-US">
                <a:effectLst/>
              </a:rPr>
              <a:t> to the standard, but it remains to be seen how this will be implemented in practice.” </a:t>
            </a:r>
            <a:endParaRPr lang="en-US"/>
          </a:p>
          <a:p>
            <a:r>
              <a:rPr lang="en-US">
                <a:effectLst/>
              </a:rPr>
              <a:t>As of 2026, most ecosystems (Apple, Google, Amazon, SmartThings, HA) still use </a:t>
            </a:r>
            <a:r>
              <a:rPr lang="en-US" b="1">
                <a:effectLst/>
              </a:rPr>
              <a:t>UDP</a:t>
            </a:r>
            <a:r>
              <a:rPr lang="en-US">
                <a:effectLst/>
              </a:rPr>
              <a:t> for operational traffic.</a:t>
            </a:r>
            <a:endParaRPr lang="en-US"/>
          </a:p>
          <a:p>
            <a:endParaRPr>
              <a:latin typeface="Abadi" panose="020B0604020104020204" pitchFamily="34" charset="0"/>
            </a:endParaRPr>
          </a:p>
        </p:txBody>
      </p:sp>
      <p:sp>
        <p:nvSpPr>
          <p:cNvPr id="4" name="Slide Number Placeholder 3">
            <a:extLst>
              <a:ext uri="{FF2B5EF4-FFF2-40B4-BE49-F238E27FC236}">
                <a16:creationId xmlns:a16="http://schemas.microsoft.com/office/drawing/2014/main" id="{322DE644-7F6B-E43E-7558-EE13BFF962F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07939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69452-62D5-64A1-13AB-3B98AECF7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33E22-8701-AAE5-0596-73ACACB22C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3BADC5-D0E8-34FD-C003-30140BA2F6B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436EF75-CEE5-0F90-CEBC-04032C6F4E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38909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0195-2DBD-B852-1317-880E5F134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DB05A-BE35-B421-1BD7-888C164923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FE2476-D9F4-152F-2F7B-D2FB80012D48}"/>
              </a:ext>
            </a:extLst>
          </p:cNvPr>
          <p:cNvSpPr>
            <a:spLocks noGrp="1"/>
          </p:cNvSpPr>
          <p:nvPr>
            <p:ph type="body" idx="1"/>
          </p:nvPr>
        </p:nvSpPr>
        <p:spPr/>
        <p:txBody>
          <a:bodyPr/>
          <a:lstStyle/>
          <a:p>
            <a:r>
              <a:rPr lang="en-US" sz="1200" b="0" i="0" u="none" strike="noStrike" kern="1200" baseline="0"/>
              <a:t>N. Shafqat and A. Ranganathan. 2024. Seamlessly Insecure: Uncovering</a:t>
            </a:r>
          </a:p>
          <a:p>
            <a:r>
              <a:rPr lang="en-US" sz="1200" b="0" i="0" u="none" strike="noStrike" kern="1200" baseline="0"/>
              <a:t>Outsider Access Risks in </a:t>
            </a:r>
            <a:r>
              <a:rPr lang="en-US" sz="1200" b="0" i="0" u="none" strike="noStrike" kern="1200" baseline="0" err="1"/>
              <a:t>AiDot</a:t>
            </a:r>
            <a:r>
              <a:rPr lang="en-US" sz="1200" b="0" i="0" u="none" strike="noStrike" kern="1200" baseline="0"/>
              <a:t>-Controlled Matter Devices. In IEEE</a:t>
            </a:r>
          </a:p>
          <a:p>
            <a:r>
              <a:rPr lang="en-US" sz="1200" b="0" i="0" u="none" strike="noStrike" kern="1200" baseline="0"/>
              <a:t>Security and </a:t>
            </a:r>
            <a:r>
              <a:rPr lang="en-US" sz="1200" b="0" i="0" u="none" strike="noStrike" kern="1200" baseline="0" err="1"/>
              <a:t>PrivacyWorkshops</a:t>
            </a:r>
            <a:r>
              <a:rPr lang="en-US" sz="1200" b="0" i="0" u="none" strike="noStrike" kern="1200" baseline="0"/>
              <a:t> (SPW), </a:t>
            </a:r>
            <a:r>
              <a:rPr lang="en-US" sz="1200" b="0" i="0" u="none" strike="noStrike" kern="1200" baseline="0" err="1"/>
              <a:t>SafeThings</a:t>
            </a:r>
            <a:r>
              <a:rPr lang="en-US" sz="1200" b="0" i="0" u="none" strike="noStrike" kern="1200" baseline="0"/>
              <a:t>. IEEE, San Francisco,</a:t>
            </a:r>
          </a:p>
          <a:p>
            <a:r>
              <a:rPr lang="en-US" sz="1200" b="0" i="0" u="none" strike="noStrike" kern="1200" baseline="0"/>
              <a:t>CA</a:t>
            </a:r>
          </a:p>
          <a:p>
            <a:endParaRPr lang="en-US" sz="1200" b="0" i="0" u="none" strike="noStrike" kern="1200" baseline="0"/>
          </a:p>
          <a:p>
            <a:r>
              <a:rPr lang="en-US" sz="1200" err="1">
                <a:latin typeface="Arial" panose="020B0604020202020204" pitchFamily="34" charset="0"/>
                <a:ea typeface="Aptos" pitchFamily="34" charset="-122"/>
                <a:cs typeface="Arial" panose="020B0604020202020204" pitchFamily="34" charset="0"/>
              </a:rPr>
              <a:t>Linkind</a:t>
            </a:r>
            <a:r>
              <a:rPr lang="en-US" sz="1200">
                <a:latin typeface="Arial" panose="020B0604020202020204" pitchFamily="34" charset="0"/>
                <a:ea typeface="Aptos" pitchFamily="34" charset="-122"/>
                <a:cs typeface="Arial" panose="020B0604020202020204" pitchFamily="34" charset="0"/>
              </a:rPr>
              <a:t> bulb, Orein bulb, Consciot bulb, </a:t>
            </a:r>
            <a:r>
              <a:rPr lang="en-US" sz="1200" err="1">
                <a:latin typeface="Arial" panose="020B0604020202020204" pitchFamily="34" charset="0"/>
                <a:ea typeface="Aptos" pitchFamily="34" charset="-122"/>
                <a:cs typeface="Arial" panose="020B0604020202020204" pitchFamily="34" charset="0"/>
              </a:rPr>
              <a:t>Linkind</a:t>
            </a:r>
            <a:r>
              <a:rPr lang="en-US" sz="1200">
                <a:latin typeface="Arial" panose="020B0604020202020204" pitchFamily="34" charset="0"/>
                <a:ea typeface="Aptos" pitchFamily="34" charset="-122"/>
                <a:cs typeface="Arial" panose="020B0604020202020204" pitchFamily="34" charset="0"/>
              </a:rPr>
              <a:t> plug </a:t>
            </a:r>
            <a:r>
              <a:rPr lang="en-US" sz="1200" b="0" i="0" u="none" strike="noStrike" kern="1200" baseline="0"/>
              <a:t>, USA.</a:t>
            </a:r>
            <a:endParaRPr/>
          </a:p>
        </p:txBody>
      </p:sp>
      <p:sp>
        <p:nvSpPr>
          <p:cNvPr id="4" name="Slide Number Placeholder 3">
            <a:extLst>
              <a:ext uri="{FF2B5EF4-FFF2-40B4-BE49-F238E27FC236}">
                <a16:creationId xmlns:a16="http://schemas.microsoft.com/office/drawing/2014/main" id="{79DC47D5-067A-8C5E-4EFC-DA20797773D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08876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A897-2BB8-F0FB-3FF3-51955CD5D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F7427-B4BE-03EE-53F6-2D82A2177D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126006-99AE-6DC3-B436-821CC603F684}"/>
              </a:ext>
            </a:extLst>
          </p:cNvPr>
          <p:cNvSpPr>
            <a:spLocks noGrp="1"/>
          </p:cNvSpPr>
          <p:nvPr>
            <p:ph type="body" idx="1"/>
          </p:nvPr>
        </p:nvSpPr>
        <p:spPr/>
        <p:txBody>
          <a:bodyPr/>
          <a:lstStyle/>
          <a:p>
            <a:r>
              <a:rPr lang="en-US" sz="1200" b="0" i="0" u="none" strike="noStrike" kern="1200" baseline="0"/>
              <a:t>N. Shafqat and A. Ranganathan. 2024. Seamlessly Insecure: Uncovering</a:t>
            </a:r>
          </a:p>
          <a:p>
            <a:r>
              <a:rPr lang="en-US" sz="1200" b="0" i="0" u="none" strike="noStrike" kern="1200" baseline="0"/>
              <a:t>Outsider Access Risks in </a:t>
            </a:r>
            <a:r>
              <a:rPr lang="en-US" sz="1200" b="0" i="0" u="none" strike="noStrike" kern="1200" baseline="0" err="1"/>
              <a:t>AiDot</a:t>
            </a:r>
            <a:r>
              <a:rPr lang="en-US" sz="1200" b="0" i="0" u="none" strike="noStrike" kern="1200" baseline="0"/>
              <a:t>-Controlled Matter Devices. In IEEE</a:t>
            </a:r>
          </a:p>
          <a:p>
            <a:r>
              <a:rPr lang="en-US" sz="1200" b="0" i="0" u="none" strike="noStrike" kern="1200" baseline="0"/>
              <a:t>Security and </a:t>
            </a:r>
            <a:r>
              <a:rPr lang="en-US" sz="1200" b="0" i="0" u="none" strike="noStrike" kern="1200" baseline="0" err="1"/>
              <a:t>PrivacyWorkshops</a:t>
            </a:r>
            <a:r>
              <a:rPr lang="en-US" sz="1200" b="0" i="0" u="none" strike="noStrike" kern="1200" baseline="0"/>
              <a:t> (SPW), </a:t>
            </a:r>
            <a:r>
              <a:rPr lang="en-US" sz="1200" b="0" i="0" u="none" strike="noStrike" kern="1200" baseline="0" err="1"/>
              <a:t>SafeThings</a:t>
            </a:r>
            <a:r>
              <a:rPr lang="en-US" sz="1200" b="0" i="0" u="none" strike="noStrike" kern="1200" baseline="0"/>
              <a:t>. IEEE, San Francisco,</a:t>
            </a:r>
          </a:p>
          <a:p>
            <a:r>
              <a:rPr lang="en-US" sz="1200" b="0" i="0" u="none" strike="noStrike" kern="1200" baseline="0"/>
              <a:t>CA</a:t>
            </a:r>
          </a:p>
          <a:p>
            <a:endParaRPr lang="en-US" sz="1200" b="0" i="0" u="none" strike="noStrike" kern="1200" baseline="0"/>
          </a:p>
          <a:p>
            <a:r>
              <a:rPr lang="en-US" sz="1200" err="1">
                <a:latin typeface="Arial" panose="020B0604020202020204" pitchFamily="34" charset="0"/>
                <a:ea typeface="Aptos" pitchFamily="34" charset="-122"/>
                <a:cs typeface="Arial" panose="020B0604020202020204" pitchFamily="34" charset="0"/>
              </a:rPr>
              <a:t>Linkind</a:t>
            </a:r>
            <a:r>
              <a:rPr lang="en-US" sz="1200">
                <a:latin typeface="Arial" panose="020B0604020202020204" pitchFamily="34" charset="0"/>
                <a:ea typeface="Aptos" pitchFamily="34" charset="-122"/>
                <a:cs typeface="Arial" panose="020B0604020202020204" pitchFamily="34" charset="0"/>
              </a:rPr>
              <a:t> bulb, Orein bulb, Consciot bulb, </a:t>
            </a:r>
            <a:r>
              <a:rPr lang="en-US" sz="1200" err="1">
                <a:latin typeface="Arial" panose="020B0604020202020204" pitchFamily="34" charset="0"/>
                <a:ea typeface="Aptos" pitchFamily="34" charset="-122"/>
                <a:cs typeface="Arial" panose="020B0604020202020204" pitchFamily="34" charset="0"/>
              </a:rPr>
              <a:t>Linkind</a:t>
            </a:r>
            <a:r>
              <a:rPr lang="en-US" sz="1200">
                <a:latin typeface="Arial" panose="020B0604020202020204" pitchFamily="34" charset="0"/>
                <a:ea typeface="Aptos" pitchFamily="34" charset="-122"/>
                <a:cs typeface="Arial" panose="020B0604020202020204" pitchFamily="34" charset="0"/>
              </a:rPr>
              <a:t> plug </a:t>
            </a:r>
            <a:r>
              <a:rPr lang="en-US" sz="1200" b="0" i="0" u="none" strike="noStrike" kern="1200" baseline="0"/>
              <a:t>, USA.</a:t>
            </a:r>
            <a:endParaRPr/>
          </a:p>
        </p:txBody>
      </p:sp>
      <p:sp>
        <p:nvSpPr>
          <p:cNvPr id="4" name="Slide Number Placeholder 3">
            <a:extLst>
              <a:ext uri="{FF2B5EF4-FFF2-40B4-BE49-F238E27FC236}">
                <a16:creationId xmlns:a16="http://schemas.microsoft.com/office/drawing/2014/main" id="{7B83C64A-7ADE-A5B7-A75A-EDB4870661F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06790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3FFB8-B2DB-B01C-DB36-FE5F5F003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AC0AF-5DC8-9566-648A-A9938DE97A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4BCE58-19DA-84E2-1CC9-CA3463414AF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2C31BA5-2E10-99AB-C948-872B08C1DCA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76280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21FFC-3FE3-2F8E-3FEC-F659A5371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F33E4-5DED-8090-0341-683F4B20D3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9AB94C-A115-A305-C0F9-79662C4C22D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98F58BAA-CEC3-E912-EB3E-F813AE2C0CF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0680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23FCD1C-973A-9589-E8AA-96B38E0B564F}"/>
              </a:ext>
            </a:extLst>
          </p:cNvPr>
          <p:cNvSpPr>
            <a:spLocks noGrp="1"/>
          </p:cNvSpPr>
          <p:nvPr>
            <p:ph type="dt" sz="half" idx="10"/>
          </p:nvPr>
        </p:nvSpPr>
        <p:spPr/>
        <p:txBody>
          <a:bodyPr/>
          <a:lstStyle>
            <a:lvl1pPr marL="0" indent="0">
              <a:buNone/>
              <a:defRPr/>
            </a:lvl1pPr>
          </a:lstStyle>
          <a:p>
            <a:fld id="{CC474B54-330D-4C3B-A26B-6E43B7F6B83B}" type="datetime1">
              <a:rPr lang="en-US" sz="1200" smtClean="0"/>
              <a:t>9/21/2026</a:t>
            </a:fld>
            <a:endParaRPr lang="en-US" sz="1200"/>
          </a:p>
        </p:txBody>
      </p:sp>
      <p:sp>
        <p:nvSpPr>
          <p:cNvPr id="6" name="Slide Number Placeholder 5">
            <a:extLst>
              <a:ext uri="{FF2B5EF4-FFF2-40B4-BE49-F238E27FC236}">
                <a16:creationId xmlns:a16="http://schemas.microsoft.com/office/drawing/2014/main" id="{F76418E3-8CFC-5146-82DC-F2C6A8200EA6}"/>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268633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22AA7-D169-FA1A-EFD2-80D1EC65C5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C4A144-65CA-43FA-6613-DC77759C2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969E5D-0C6F-4608-BD66-880B24020605}"/>
              </a:ext>
            </a:extLst>
          </p:cNvPr>
          <p:cNvSpPr>
            <a:spLocks noGrp="1"/>
          </p:cNvSpPr>
          <p:nvPr>
            <p:ph type="dt" sz="half" idx="10"/>
          </p:nvPr>
        </p:nvSpPr>
        <p:spPr/>
        <p:txBody>
          <a:bodyPr/>
          <a:lstStyle/>
          <a:p>
            <a:fld id="{058A3A48-FEDC-4940-99AE-B19CCC99D085}" type="datetime1">
              <a:rPr lang="en-US" smtClean="0"/>
              <a:t>9/21/2026</a:t>
            </a:fld>
            <a:endParaRPr lang="en-US"/>
          </a:p>
        </p:txBody>
      </p:sp>
      <p:sp>
        <p:nvSpPr>
          <p:cNvPr id="5" name="Footer Placeholder 4">
            <a:extLst>
              <a:ext uri="{FF2B5EF4-FFF2-40B4-BE49-F238E27FC236}">
                <a16:creationId xmlns:a16="http://schemas.microsoft.com/office/drawing/2014/main" id="{17C6421C-42C9-145A-A032-552D0959F2FA}"/>
              </a:ext>
            </a:extLst>
          </p:cNvPr>
          <p:cNvSpPr>
            <a:spLocks noGrp="1"/>
          </p:cNvSpPr>
          <p:nvPr>
            <p:ph type="ftr" sz="quarter" idx="11"/>
          </p:nvPr>
        </p:nvSpPr>
        <p:spPr/>
        <p:txBody>
          <a:bodyPr/>
          <a:lstStyle/>
          <a:p>
            <a:r>
              <a:rPr lang="en-US"/>
              <a:t>Internet Measurement Conference 2026</a:t>
            </a:r>
          </a:p>
        </p:txBody>
      </p:sp>
      <p:sp>
        <p:nvSpPr>
          <p:cNvPr id="6" name="Slide Number Placeholder 5">
            <a:extLst>
              <a:ext uri="{FF2B5EF4-FFF2-40B4-BE49-F238E27FC236}">
                <a16:creationId xmlns:a16="http://schemas.microsoft.com/office/drawing/2014/main" id="{14AC2185-5152-C989-0548-924DB4D7C850}"/>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378451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94B7B-975A-089C-D883-1B00E04ABF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A4CF53-B871-BB0D-D655-009232AA24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2B323E-B1BA-B920-4551-8B52F51DA03A}"/>
              </a:ext>
            </a:extLst>
          </p:cNvPr>
          <p:cNvSpPr>
            <a:spLocks noGrp="1"/>
          </p:cNvSpPr>
          <p:nvPr>
            <p:ph type="dt" sz="half" idx="10"/>
          </p:nvPr>
        </p:nvSpPr>
        <p:spPr/>
        <p:txBody>
          <a:bodyPr/>
          <a:lstStyle/>
          <a:p>
            <a:fld id="{A202FD6A-3DB4-4612-8143-0F32643EC458}" type="datetime1">
              <a:rPr lang="en-US" smtClean="0"/>
              <a:t>9/21/2026</a:t>
            </a:fld>
            <a:endParaRPr lang="en-US"/>
          </a:p>
        </p:txBody>
      </p:sp>
      <p:sp>
        <p:nvSpPr>
          <p:cNvPr id="5" name="Footer Placeholder 4">
            <a:extLst>
              <a:ext uri="{FF2B5EF4-FFF2-40B4-BE49-F238E27FC236}">
                <a16:creationId xmlns:a16="http://schemas.microsoft.com/office/drawing/2014/main" id="{CC465F70-BF80-089E-A666-3F5B34786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DB1DBA-8437-1347-82D9-F8DC637C7729}"/>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1013167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2ACF-5A6B-B43D-9EB9-B790F24BA1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7DFB02-951D-6295-76C5-2C8A29E2B6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3796AA-1144-73CB-00C4-616137AC19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6464F7-739E-4030-44ED-BC8C4702636E}"/>
              </a:ext>
            </a:extLst>
          </p:cNvPr>
          <p:cNvSpPr>
            <a:spLocks noGrp="1"/>
          </p:cNvSpPr>
          <p:nvPr>
            <p:ph type="dt" sz="half" idx="10"/>
          </p:nvPr>
        </p:nvSpPr>
        <p:spPr/>
        <p:txBody>
          <a:bodyPr/>
          <a:lstStyle/>
          <a:p>
            <a:fld id="{68BAC6F9-6039-4C7F-8D25-DD50B48DF3B9}" type="datetime1">
              <a:rPr lang="en-US" smtClean="0"/>
              <a:t>9/21/2026</a:t>
            </a:fld>
            <a:endParaRPr lang="en-US"/>
          </a:p>
        </p:txBody>
      </p:sp>
      <p:sp>
        <p:nvSpPr>
          <p:cNvPr id="6" name="Footer Placeholder 5">
            <a:extLst>
              <a:ext uri="{FF2B5EF4-FFF2-40B4-BE49-F238E27FC236}">
                <a16:creationId xmlns:a16="http://schemas.microsoft.com/office/drawing/2014/main" id="{8232AF7B-792D-4BB1-0A1B-1E1D12E8E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0B7FFA-32EB-3676-2818-5616A3FFF202}"/>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127158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F7DE-BB7A-1D8E-362D-AC53CD0ED8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9B0559-E358-2E92-39A4-1FC9EE4F43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2E3BF-1524-DC8B-D091-DE3854A308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20833A-200F-ED38-7268-68AAB5196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1CE5E9-64FF-1AB6-6CF6-3A7D02DEFB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450FCD-A639-1C13-7E3E-CA9D9B304064}"/>
              </a:ext>
            </a:extLst>
          </p:cNvPr>
          <p:cNvSpPr>
            <a:spLocks noGrp="1"/>
          </p:cNvSpPr>
          <p:nvPr>
            <p:ph type="dt" sz="half" idx="10"/>
          </p:nvPr>
        </p:nvSpPr>
        <p:spPr/>
        <p:txBody>
          <a:bodyPr/>
          <a:lstStyle/>
          <a:p>
            <a:fld id="{D5AB7EFD-F341-47B6-9D7E-E768FF8E1E6C}" type="datetime1">
              <a:rPr lang="en-US" smtClean="0"/>
              <a:t>9/21/2026</a:t>
            </a:fld>
            <a:endParaRPr lang="en-US"/>
          </a:p>
        </p:txBody>
      </p:sp>
      <p:sp>
        <p:nvSpPr>
          <p:cNvPr id="8" name="Footer Placeholder 7">
            <a:extLst>
              <a:ext uri="{FF2B5EF4-FFF2-40B4-BE49-F238E27FC236}">
                <a16:creationId xmlns:a16="http://schemas.microsoft.com/office/drawing/2014/main" id="{2E693405-BCCB-F350-BDB5-69722E6436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530C6C-348B-17A8-4AF1-7647C255A6C1}"/>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1663819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0F8A0-94D5-94F4-C329-9C45386F2D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587161-50C2-86D5-AA5B-5DE1D13EBEB5}"/>
              </a:ext>
            </a:extLst>
          </p:cNvPr>
          <p:cNvSpPr>
            <a:spLocks noGrp="1"/>
          </p:cNvSpPr>
          <p:nvPr>
            <p:ph type="dt" sz="half" idx="10"/>
          </p:nvPr>
        </p:nvSpPr>
        <p:spPr/>
        <p:txBody>
          <a:bodyPr/>
          <a:lstStyle/>
          <a:p>
            <a:fld id="{91B4EF27-BED4-4164-BC7D-2E7676928D72}" type="datetime1">
              <a:rPr lang="en-US" smtClean="0"/>
              <a:t>9/21/2026</a:t>
            </a:fld>
            <a:endParaRPr lang="en-US"/>
          </a:p>
        </p:txBody>
      </p:sp>
      <p:sp>
        <p:nvSpPr>
          <p:cNvPr id="4" name="Footer Placeholder 3">
            <a:extLst>
              <a:ext uri="{FF2B5EF4-FFF2-40B4-BE49-F238E27FC236}">
                <a16:creationId xmlns:a16="http://schemas.microsoft.com/office/drawing/2014/main" id="{8E5AA729-80EF-1DD9-D72B-DC16AF6D73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CC3C82-31B7-104F-C87C-CB4A821C67A6}"/>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3553342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9B5B4C-F3FB-7592-D99F-D8AFF8012EA6}"/>
              </a:ext>
            </a:extLst>
          </p:cNvPr>
          <p:cNvSpPr>
            <a:spLocks noGrp="1"/>
          </p:cNvSpPr>
          <p:nvPr>
            <p:ph type="dt" sz="half" idx="10"/>
          </p:nvPr>
        </p:nvSpPr>
        <p:spPr/>
        <p:txBody>
          <a:bodyPr/>
          <a:lstStyle/>
          <a:p>
            <a:fld id="{B342583D-5A8F-4094-88CE-17EAD0E46579}" type="datetime1">
              <a:rPr lang="en-US" smtClean="0"/>
              <a:t>9/21/2026</a:t>
            </a:fld>
            <a:endParaRPr lang="en-US"/>
          </a:p>
        </p:txBody>
      </p:sp>
      <p:sp>
        <p:nvSpPr>
          <p:cNvPr id="3" name="Footer Placeholder 2">
            <a:extLst>
              <a:ext uri="{FF2B5EF4-FFF2-40B4-BE49-F238E27FC236}">
                <a16:creationId xmlns:a16="http://schemas.microsoft.com/office/drawing/2014/main" id="{8D0C0267-0A10-687B-6DF8-ADE5D14536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6B681B-6036-95EB-C840-7EC41C7E33F4}"/>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1800459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D3BFB-B2DF-B595-1C5A-046BAD920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A3247A-2F63-FD0D-BBB1-C5FC725E4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DCB3A7-F02D-3BCF-1070-F774B1F63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25EA32-59DD-8F0C-DE55-713469771E18}"/>
              </a:ext>
            </a:extLst>
          </p:cNvPr>
          <p:cNvSpPr>
            <a:spLocks noGrp="1"/>
          </p:cNvSpPr>
          <p:nvPr>
            <p:ph type="dt" sz="half" idx="10"/>
          </p:nvPr>
        </p:nvSpPr>
        <p:spPr/>
        <p:txBody>
          <a:bodyPr/>
          <a:lstStyle/>
          <a:p>
            <a:fld id="{78D29793-F293-4DE8-83B0-008A075F5048}" type="datetime1">
              <a:rPr lang="en-US" smtClean="0"/>
              <a:t>9/21/2026</a:t>
            </a:fld>
            <a:endParaRPr lang="en-US"/>
          </a:p>
        </p:txBody>
      </p:sp>
      <p:sp>
        <p:nvSpPr>
          <p:cNvPr id="6" name="Footer Placeholder 5">
            <a:extLst>
              <a:ext uri="{FF2B5EF4-FFF2-40B4-BE49-F238E27FC236}">
                <a16:creationId xmlns:a16="http://schemas.microsoft.com/office/drawing/2014/main" id="{48973540-6DC0-CC77-529E-FF073BA88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FA77CB-B285-CFBB-4A10-4C49A26DEC33}"/>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2808102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BE5E4-8C12-F604-C605-17C0B8193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ABB6C3-D251-1CA7-4FF0-BAE78FA4E8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71A8A9-DC53-718C-235B-DCF72CEDBF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9F2A6-116F-61C8-3279-B4C7F480D54C}"/>
              </a:ext>
            </a:extLst>
          </p:cNvPr>
          <p:cNvSpPr>
            <a:spLocks noGrp="1"/>
          </p:cNvSpPr>
          <p:nvPr>
            <p:ph type="dt" sz="half" idx="10"/>
          </p:nvPr>
        </p:nvSpPr>
        <p:spPr/>
        <p:txBody>
          <a:bodyPr/>
          <a:lstStyle/>
          <a:p>
            <a:fld id="{0D944CE0-A05A-40EE-A298-C410DCF8611B}" type="datetime1">
              <a:rPr lang="en-US" smtClean="0"/>
              <a:t>9/21/2026</a:t>
            </a:fld>
            <a:endParaRPr lang="en-US"/>
          </a:p>
        </p:txBody>
      </p:sp>
      <p:sp>
        <p:nvSpPr>
          <p:cNvPr id="6" name="Footer Placeholder 5">
            <a:extLst>
              <a:ext uri="{FF2B5EF4-FFF2-40B4-BE49-F238E27FC236}">
                <a16:creationId xmlns:a16="http://schemas.microsoft.com/office/drawing/2014/main" id="{C5021A88-C09B-3467-6212-C6D5FBB329DE}"/>
              </a:ext>
            </a:extLst>
          </p:cNvPr>
          <p:cNvSpPr>
            <a:spLocks noGrp="1"/>
          </p:cNvSpPr>
          <p:nvPr>
            <p:ph type="ftr" sz="quarter" idx="11"/>
          </p:nvPr>
        </p:nvSpPr>
        <p:spPr/>
        <p:txBody>
          <a:bodyPr/>
          <a:lstStyle/>
          <a:p>
            <a:r>
              <a:rPr lang="en-US"/>
              <a:t>Internet Measurement Conference 2026</a:t>
            </a:r>
          </a:p>
        </p:txBody>
      </p:sp>
      <p:sp>
        <p:nvSpPr>
          <p:cNvPr id="7" name="Slide Number Placeholder 6">
            <a:extLst>
              <a:ext uri="{FF2B5EF4-FFF2-40B4-BE49-F238E27FC236}">
                <a16:creationId xmlns:a16="http://schemas.microsoft.com/office/drawing/2014/main" id="{D4AC0E02-4398-89ED-30D4-E7FAE3C96A17}"/>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264029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C6D4A-6302-C627-8C27-763B7EC7B4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A51580-6B5F-17C3-05FB-987BC7B051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E1A6C-BDF2-B9A0-3213-FBCDAB276037}"/>
              </a:ext>
            </a:extLst>
          </p:cNvPr>
          <p:cNvSpPr>
            <a:spLocks noGrp="1"/>
          </p:cNvSpPr>
          <p:nvPr>
            <p:ph type="dt" sz="half" idx="10"/>
          </p:nvPr>
        </p:nvSpPr>
        <p:spPr/>
        <p:txBody>
          <a:bodyPr/>
          <a:lstStyle/>
          <a:p>
            <a:fld id="{6E07FA4E-C885-4AA8-918F-E46C796ECDD1}" type="datetime1">
              <a:rPr lang="en-US" smtClean="0"/>
              <a:t>9/21/2026</a:t>
            </a:fld>
            <a:endParaRPr lang="en-US"/>
          </a:p>
        </p:txBody>
      </p:sp>
      <p:sp>
        <p:nvSpPr>
          <p:cNvPr id="5" name="Footer Placeholder 4">
            <a:extLst>
              <a:ext uri="{FF2B5EF4-FFF2-40B4-BE49-F238E27FC236}">
                <a16:creationId xmlns:a16="http://schemas.microsoft.com/office/drawing/2014/main" id="{B99810CF-F0BA-8298-F40E-6BFE99B9075C}"/>
              </a:ext>
            </a:extLst>
          </p:cNvPr>
          <p:cNvSpPr>
            <a:spLocks noGrp="1"/>
          </p:cNvSpPr>
          <p:nvPr>
            <p:ph type="ftr" sz="quarter" idx="11"/>
          </p:nvPr>
        </p:nvSpPr>
        <p:spPr/>
        <p:txBody>
          <a:bodyPr/>
          <a:lstStyle/>
          <a:p>
            <a:r>
              <a:rPr lang="en-US"/>
              <a:t>Internet Measurement Conference 2026</a:t>
            </a:r>
          </a:p>
        </p:txBody>
      </p:sp>
      <p:sp>
        <p:nvSpPr>
          <p:cNvPr id="6" name="Slide Number Placeholder 5">
            <a:extLst>
              <a:ext uri="{FF2B5EF4-FFF2-40B4-BE49-F238E27FC236}">
                <a16:creationId xmlns:a16="http://schemas.microsoft.com/office/drawing/2014/main" id="{EC936187-81F6-A71D-707D-EEA463D26122}"/>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128638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A04B06-A123-4114-D53B-D6DBA66950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4A7216-3B3E-BA9F-B068-A84B6E45F7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2DB7A-3BF7-F741-3FAA-6C76BE622811}"/>
              </a:ext>
            </a:extLst>
          </p:cNvPr>
          <p:cNvSpPr>
            <a:spLocks noGrp="1"/>
          </p:cNvSpPr>
          <p:nvPr>
            <p:ph type="dt" sz="half" idx="10"/>
          </p:nvPr>
        </p:nvSpPr>
        <p:spPr/>
        <p:txBody>
          <a:bodyPr/>
          <a:lstStyle/>
          <a:p>
            <a:fld id="{5FB843AB-08DB-4EDD-B405-46E2A319748B}" type="datetime1">
              <a:rPr lang="en-US" smtClean="0"/>
              <a:t>9/21/2026</a:t>
            </a:fld>
            <a:endParaRPr lang="en-US"/>
          </a:p>
        </p:txBody>
      </p:sp>
      <p:sp>
        <p:nvSpPr>
          <p:cNvPr id="5" name="Footer Placeholder 4">
            <a:extLst>
              <a:ext uri="{FF2B5EF4-FFF2-40B4-BE49-F238E27FC236}">
                <a16:creationId xmlns:a16="http://schemas.microsoft.com/office/drawing/2014/main" id="{8869C6EA-232E-ED8C-9C7B-3127DB19A589}"/>
              </a:ext>
            </a:extLst>
          </p:cNvPr>
          <p:cNvSpPr>
            <a:spLocks noGrp="1"/>
          </p:cNvSpPr>
          <p:nvPr>
            <p:ph type="ftr" sz="quarter" idx="11"/>
          </p:nvPr>
        </p:nvSpPr>
        <p:spPr/>
        <p:txBody>
          <a:bodyPr/>
          <a:lstStyle/>
          <a:p>
            <a:r>
              <a:rPr lang="en-US"/>
              <a:t>Internet Measurement Conference 2026</a:t>
            </a:r>
          </a:p>
        </p:txBody>
      </p:sp>
      <p:sp>
        <p:nvSpPr>
          <p:cNvPr id="6" name="Slide Number Placeholder 5">
            <a:extLst>
              <a:ext uri="{FF2B5EF4-FFF2-40B4-BE49-F238E27FC236}">
                <a16:creationId xmlns:a16="http://schemas.microsoft.com/office/drawing/2014/main" id="{6CF98C72-F2F7-DB0D-9567-8863560D3EBF}"/>
              </a:ext>
            </a:extLst>
          </p:cNvPr>
          <p:cNvSpPr>
            <a:spLocks noGrp="1"/>
          </p:cNvSpPr>
          <p:nvPr>
            <p:ph type="sldNum" sz="quarter" idx="12"/>
          </p:nvPr>
        </p:nvSpPr>
        <p:spPr/>
        <p:txBody>
          <a:bodyPr/>
          <a:lstStyle/>
          <a:p>
            <a:fld id="{F8B2AEEB-57C9-4BA6-8192-32186CDF2FF3}" type="slidenum">
              <a:rPr lang="en-US" smtClean="0"/>
              <a:t>‹#›</a:t>
            </a:fld>
            <a:endParaRPr lang="en-US"/>
          </a:p>
        </p:txBody>
      </p:sp>
    </p:spTree>
    <p:extLst>
      <p:ext uri="{BB962C8B-B14F-4D97-AF65-F5344CB8AC3E}">
        <p14:creationId xmlns:p14="http://schemas.microsoft.com/office/powerpoint/2010/main" val="2564718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498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04CBAF-CCB6-8D50-3AB1-12BEDAC9EC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BB23AB-64FD-CCA9-D80B-3AE186509F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6D195-97C2-82F1-750E-F8B1DE907E1B}"/>
              </a:ext>
            </a:extLst>
          </p:cNvPr>
          <p:cNvSpPr>
            <a:spLocks noGrp="1"/>
          </p:cNvSpPr>
          <p:nvPr>
            <p:ph type="dt" sz="half" idx="2"/>
          </p:nvPr>
        </p:nvSpPr>
        <p:spPr>
          <a:xfrm>
            <a:off x="838200" y="6356350"/>
            <a:ext cx="3053862" cy="365125"/>
          </a:xfrm>
          <a:prstGeom prst="rect">
            <a:avLst/>
          </a:prstGeom>
        </p:spPr>
        <p:txBody>
          <a:bodyPr vert="horz" lIns="91440" tIns="45720" rIns="91440" bIns="45720" rtlCol="0" anchor="ctr"/>
          <a:lstStyle>
            <a:lvl1pPr marL="0" indent="0" algn="l">
              <a:buNone/>
              <a:defRPr sz="1200">
                <a:solidFill>
                  <a:schemeClr val="tx1">
                    <a:tint val="82000"/>
                  </a:schemeClr>
                </a:solidFill>
              </a:defRPr>
            </a:lvl1pPr>
          </a:lstStyle>
          <a:p>
            <a:fld id="{4F73F30C-FC0A-4DAA-8B1B-C5B3141DD53B}" type="datetime1">
              <a:rPr lang="en-US" sz="1200" smtClean="0"/>
              <a:t>9/21/2026</a:t>
            </a:fld>
            <a:endParaRPr lang="en-US" sz="1200"/>
          </a:p>
        </p:txBody>
      </p:sp>
      <p:sp>
        <p:nvSpPr>
          <p:cNvPr id="5" name="Footer Placeholder 4">
            <a:extLst>
              <a:ext uri="{FF2B5EF4-FFF2-40B4-BE49-F238E27FC236}">
                <a16:creationId xmlns:a16="http://schemas.microsoft.com/office/drawing/2014/main" id="{5ED1BACE-BA8A-DDB5-E15C-1BEFC4F295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Internet Measurement Conference 2026</a:t>
            </a:r>
          </a:p>
        </p:txBody>
      </p:sp>
      <p:sp>
        <p:nvSpPr>
          <p:cNvPr id="6" name="Slide Number Placeholder 5">
            <a:extLst>
              <a:ext uri="{FF2B5EF4-FFF2-40B4-BE49-F238E27FC236}">
                <a16:creationId xmlns:a16="http://schemas.microsoft.com/office/drawing/2014/main" id="{6013FD37-DBF3-B527-46F1-FA5D4DF97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B2AEEB-57C9-4BA6-8192-32186CDF2FF3}" type="slidenum">
              <a:rPr lang="en-US" smtClean="0"/>
              <a:t>‹#›</a:t>
            </a:fld>
            <a:endParaRPr lang="en-US"/>
          </a:p>
        </p:txBody>
      </p:sp>
    </p:spTree>
    <p:extLst>
      <p:ext uri="{BB962C8B-B14F-4D97-AF65-F5344CB8AC3E}">
        <p14:creationId xmlns:p14="http://schemas.microsoft.com/office/powerpoint/2010/main" val="389133976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2.jpe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3.jpe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4.jpe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6.jpe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7.jpe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safenetiot.github.io/" TargetMode="External"/><Relationship Id="rId11" Type="http://schemas.openxmlformats.org/officeDocument/2006/relationships/hyperlink" Target="https://safenetiot.github.io/research/Mattersecpriv" TargetMode="External"/><Relationship Id="rId5" Type="http://schemas.openxmlformats.org/officeDocument/2006/relationships/image" Target="../media/image3.png"/><Relationship Id="rId10" Type="http://schemas.openxmlformats.org/officeDocument/2006/relationships/hyperlink" Target="https://conferences.sigcomm.org/imc/2026/" TargetMode="External"/><Relationship Id="rId4" Type="http://schemas.openxmlformats.org/officeDocument/2006/relationships/image" Target="../media/image2.png"/><Relationship Id="rId9" Type="http://schemas.openxmlformats.org/officeDocument/2006/relationships/hyperlink" Target="https://doi.org/10.1145/3777912.380914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background"/>
          <p:cNvSpPr>
            <a:spLocks noGrp="1"/>
          </p:cNvSpPr>
          <p:nvPr/>
        </p:nvSpPr>
        <p:spPr>
          <a:xfrm>
            <a:off x="0" y="30105"/>
            <a:ext cx="12192000" cy="6858000"/>
          </a:xfrm>
          <a:prstGeom prst="rect">
            <a:avLst/>
          </a:prstGeom>
          <a:solidFill>
            <a:srgbClr val="121C2B"/>
          </a:solidFill>
          <a:ln w="0">
            <a:solidFill>
              <a:srgbClr val="121C2B"/>
            </a:solidFill>
            <a:prstDash val="solid"/>
          </a:ln>
        </p:spPr>
        <p:txBody>
          <a:bodyPr/>
          <a:lstStyle/>
          <a:p>
            <a:r>
              <a:rPr lang="en-US"/>
              <a:t>“Tianrui Hu led the experimental evaluation and analysis”</a:t>
            </a:r>
          </a:p>
        </p:txBody>
      </p:sp>
      <p:sp>
        <p:nvSpPr>
          <p:cNvPr id="3" name="ucl-heade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endParaRPr lang="en-US">
              <a:latin typeface="Arial" panose="020B0604020202020204" pitchFamily="34" charset="0"/>
              <a:cs typeface="Arial" panose="020B0604020202020204" pitchFamily="34" charset="0"/>
            </a:endParaRPr>
          </a:p>
        </p:txBody>
      </p:sp>
      <p:sp>
        <p:nvSpPr>
          <p:cNvPr id="6" name="cover-title"/>
          <p:cNvSpPr>
            <a:spLocks noGrp="1"/>
          </p:cNvSpPr>
          <p:nvPr/>
        </p:nvSpPr>
        <p:spPr>
          <a:xfrm>
            <a:off x="723899" y="1132936"/>
            <a:ext cx="11130644" cy="21336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sz="4000" b="1">
                <a:solidFill>
                  <a:schemeClr val="bg1"/>
                </a:solidFill>
                <a:latin typeface="Arial" panose="020B0604020202020204" pitchFamily="34" charset="0"/>
                <a:cs typeface="Arial" panose="020B0604020202020204" pitchFamily="34" charset="0"/>
              </a:rPr>
              <a:t>Beyond the Hype: Empirical Analysis of Matter Standard’s Security and Privacy</a:t>
            </a:r>
            <a:endParaRPr sz="3900" b="1">
              <a:solidFill>
                <a:srgbClr val="FFFFFF"/>
              </a:solidFill>
              <a:latin typeface="Arial" panose="020B0604020202020204" pitchFamily="34" charset="0"/>
              <a:ea typeface="Calibri"/>
              <a:cs typeface="Arial" panose="020B0604020202020204" pitchFamily="34" charset="0"/>
            </a:endParaRPr>
          </a:p>
        </p:txBody>
      </p:sp>
      <p:sp>
        <p:nvSpPr>
          <p:cNvPr id="18" name="Text 5">
            <a:extLst>
              <a:ext uri="{FF2B5EF4-FFF2-40B4-BE49-F238E27FC236}">
                <a16:creationId xmlns:a16="http://schemas.microsoft.com/office/drawing/2014/main" id="{CC81F8D6-6A92-55A5-7BA4-6ADAA3C3D901}"/>
              </a:ext>
            </a:extLst>
          </p:cNvPr>
          <p:cNvSpPr/>
          <p:nvPr/>
        </p:nvSpPr>
        <p:spPr>
          <a:xfrm>
            <a:off x="514349" y="3997338"/>
            <a:ext cx="6723696"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a:solidFill>
                <a:srgbClr val="00B0F0"/>
              </a:solidFill>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D96924A1-37C2-6D4F-4843-A126421EA1D4}"/>
              </a:ext>
            </a:extLst>
          </p:cNvPr>
          <p:cNvGrpSpPr/>
          <p:nvPr/>
        </p:nvGrpSpPr>
        <p:grpSpPr>
          <a:xfrm>
            <a:off x="544366" y="5725064"/>
            <a:ext cx="2747473" cy="502752"/>
            <a:chOff x="9634327" y="137428"/>
            <a:chExt cx="1993429" cy="346761"/>
          </a:xfrm>
        </p:grpSpPr>
        <p:pic>
          <p:nvPicPr>
            <p:cNvPr id="16" name="Picture 15">
              <a:extLst>
                <a:ext uri="{FF2B5EF4-FFF2-40B4-BE49-F238E27FC236}">
                  <a16:creationId xmlns:a16="http://schemas.microsoft.com/office/drawing/2014/main" id="{5BBB5C30-60FA-1906-3FC1-6F70B71FD07F}"/>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0" name="Picture 9">
              <a:extLst>
                <a:ext uri="{FF2B5EF4-FFF2-40B4-BE49-F238E27FC236}">
                  <a16:creationId xmlns:a16="http://schemas.microsoft.com/office/drawing/2014/main" id="{96DD99AE-49D4-BE1B-8F79-93A7661C03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2" name="Picture 11">
              <a:extLst>
                <a:ext uri="{FF2B5EF4-FFF2-40B4-BE49-F238E27FC236}">
                  <a16:creationId xmlns:a16="http://schemas.microsoft.com/office/drawing/2014/main" id="{F2107120-06A0-8BD7-1297-92C4B99A84F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1" name="TextBox 10">
            <a:extLst>
              <a:ext uri="{FF2B5EF4-FFF2-40B4-BE49-F238E27FC236}">
                <a16:creationId xmlns:a16="http://schemas.microsoft.com/office/drawing/2014/main" id="{820B70CF-B1C2-7B9D-6C9A-33D34C9BB7AA}"/>
              </a:ext>
            </a:extLst>
          </p:cNvPr>
          <p:cNvSpPr txBox="1"/>
          <p:nvPr/>
        </p:nvSpPr>
        <p:spPr>
          <a:xfrm>
            <a:off x="382044" y="4301763"/>
            <a:ext cx="11607793" cy="338554"/>
          </a:xfrm>
          <a:prstGeom prst="rect">
            <a:avLst/>
          </a:prstGeom>
          <a:noFill/>
        </p:spPr>
        <p:txBody>
          <a:bodyPr wrap="square" lIns="91440" tIns="45720" rIns="91440" bIns="45720" anchor="t">
            <a:spAutoFit/>
          </a:bodyPr>
          <a:lstStyle/>
          <a:p>
            <a:r>
              <a:rPr lang="en-US" sz="1600" b="1" i="1">
                <a:solidFill>
                  <a:schemeClr val="bg1"/>
                </a:solidFill>
                <a:latin typeface="Arial" panose="020B0604020202020204" pitchFamily="34" charset="0"/>
                <a:cs typeface="Arial" panose="020B0604020202020204" pitchFamily="34" charset="0"/>
              </a:rPr>
              <a:t>Andrew Losty,</a:t>
            </a:r>
            <a:r>
              <a:rPr lang="en-US" sz="1600" i="1">
                <a:solidFill>
                  <a:schemeClr val="bg1"/>
                </a:solidFill>
                <a:latin typeface="Arial" panose="020B0604020202020204" pitchFamily="34" charset="0"/>
                <a:cs typeface="Arial" panose="020B0604020202020204" pitchFamily="34" charset="0"/>
              </a:rPr>
              <a:t> </a:t>
            </a:r>
            <a:r>
              <a:rPr lang="en-US" sz="1600">
                <a:solidFill>
                  <a:schemeClr val="bg1"/>
                </a:solidFill>
                <a:latin typeface="Arial" panose="020B0604020202020204" pitchFamily="34" charset="0"/>
                <a:cs typeface="Arial" panose="020B0604020202020204" pitchFamily="34" charset="0"/>
              </a:rPr>
              <a:t>Tianrui Hu, Daniel J. Dubois, Narmeen Shafqat, Aanjhan Ranganathan, David </a:t>
            </a:r>
            <a:r>
              <a:rPr lang="en-US" sz="1600" err="1">
                <a:solidFill>
                  <a:schemeClr val="bg1"/>
                </a:solidFill>
                <a:latin typeface="Arial" panose="020B0604020202020204" pitchFamily="34" charset="0"/>
                <a:cs typeface="Arial" panose="020B0604020202020204" pitchFamily="34" charset="0"/>
              </a:rPr>
              <a:t>Choffnes</a:t>
            </a:r>
            <a:r>
              <a:rPr lang="en-US" sz="1600">
                <a:solidFill>
                  <a:schemeClr val="bg1"/>
                </a:solidFill>
                <a:latin typeface="Arial" panose="020B0604020202020204" pitchFamily="34" charset="0"/>
                <a:cs typeface="Arial" panose="020B0604020202020204" pitchFamily="34" charset="0"/>
              </a:rPr>
              <a:t>, Anna Maria Mandalari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44FA-2BF5-54E4-EEF3-5965A05417BF}"/>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AAF9E146-D3D0-1F0D-4A7C-58AFCA407E67}"/>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6" name="page-marker">
            <a:extLst>
              <a:ext uri="{FF2B5EF4-FFF2-40B4-BE49-F238E27FC236}">
                <a16:creationId xmlns:a16="http://schemas.microsoft.com/office/drawing/2014/main" id="{729E753C-1618-F008-EFF9-9D0048F7BA81}"/>
              </a:ext>
            </a:extLst>
          </p:cNvPr>
          <p:cNvSpPr>
            <a:spLocks noGrp="1"/>
          </p:cNvSpPr>
          <p:nvPr/>
        </p:nvSpPr>
        <p:spPr>
          <a:xfrm>
            <a:off x="11676057" y="5475590"/>
            <a:ext cx="214732" cy="149126"/>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75" b="1">
                <a:solidFill>
                  <a:srgbClr val="667085"/>
                </a:solidFill>
                <a:latin typeface="Calibri"/>
                <a:ea typeface="Calibri"/>
                <a:cs typeface="Calibri"/>
              </a:defRPr>
            </a:pPr>
            <a:endParaRPr sz="975" b="1">
              <a:solidFill>
                <a:srgbClr val="667085"/>
              </a:solidFill>
              <a:latin typeface="Calibri"/>
              <a:ea typeface="Calibri"/>
              <a:cs typeface="Calibri"/>
            </a:endParaRPr>
          </a:p>
        </p:txBody>
      </p:sp>
      <p:sp>
        <p:nvSpPr>
          <p:cNvPr id="10" name="矩形 9">
            <a:extLst>
              <a:ext uri="{FF2B5EF4-FFF2-40B4-BE49-F238E27FC236}">
                <a16:creationId xmlns:a16="http://schemas.microsoft.com/office/drawing/2014/main" id="{7F025D62-8D3E-0EE2-9B63-D60A3569EC04}"/>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2AD56556-A620-C6A0-C84B-1C40F95E1042}"/>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6D999ABD-455C-6F12-0E6A-56CAB77A8BAC}"/>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699C9B82-68C5-37D4-8AC7-774ED0CB6F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0DD1CEA3-2DBD-84B9-6677-23F4F1DCA0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432117C0-AF86-D019-222E-1DF80E058503}"/>
              </a:ext>
            </a:extLst>
          </p:cNvPr>
          <p:cNvSpPr>
            <a:spLocks noGrp="1"/>
          </p:cNvSpPr>
          <p:nvPr>
            <p:ph type="sldNum" sz="quarter" idx="12"/>
          </p:nvPr>
        </p:nvSpPr>
        <p:spPr/>
        <p:txBody>
          <a:bodyPr/>
          <a:lstStyle/>
          <a:p>
            <a:fld id="{F8B2AEEB-57C9-4BA6-8192-32186CDF2FF3}" type="slidenum">
              <a:rPr lang="en-US" smtClean="0"/>
              <a:t>2</a:t>
            </a:fld>
            <a:endParaRPr lang="en-US"/>
          </a:p>
        </p:txBody>
      </p:sp>
      <p:pic>
        <p:nvPicPr>
          <p:cNvPr id="46" name="Picture 45" descr="A screen shot of a computer&#10;&#10;AI-generated content may be incorrect.">
            <a:extLst>
              <a:ext uri="{FF2B5EF4-FFF2-40B4-BE49-F238E27FC236}">
                <a16:creationId xmlns:a16="http://schemas.microsoft.com/office/drawing/2014/main" id="{EC6A2C02-2742-8078-0EBC-2094B37ABE4C}"/>
              </a:ext>
            </a:extLst>
          </p:cNvPr>
          <p:cNvPicPr>
            <a:picLocks noChangeAspect="1"/>
          </p:cNvPicPr>
          <p:nvPr/>
        </p:nvPicPr>
        <p:blipFill>
          <a:blip r:embed="rId6"/>
          <a:stretch>
            <a:fillRect/>
          </a:stretch>
        </p:blipFill>
        <p:spPr>
          <a:xfrm>
            <a:off x="9217048" y="1689707"/>
            <a:ext cx="2339813" cy="2047338"/>
          </a:xfrm>
          <a:prstGeom prst="rect">
            <a:avLst/>
          </a:prstGeom>
        </p:spPr>
      </p:pic>
      <p:sp>
        <p:nvSpPr>
          <p:cNvPr id="48" name="TextBox 47">
            <a:extLst>
              <a:ext uri="{FF2B5EF4-FFF2-40B4-BE49-F238E27FC236}">
                <a16:creationId xmlns:a16="http://schemas.microsoft.com/office/drawing/2014/main" id="{C6876952-1F96-EC10-56AC-4065E75E8DDC}"/>
              </a:ext>
            </a:extLst>
          </p:cNvPr>
          <p:cNvSpPr txBox="1"/>
          <p:nvPr/>
        </p:nvSpPr>
        <p:spPr>
          <a:xfrm>
            <a:off x="9470010" y="3750862"/>
            <a:ext cx="2072863" cy="276999"/>
          </a:xfrm>
          <a:prstGeom prst="rect">
            <a:avLst/>
          </a:prstGeom>
          <a:noFill/>
        </p:spPr>
        <p:txBody>
          <a:bodyPr wrap="square">
            <a:spAutoFit/>
          </a:bodyPr>
          <a:lstStyle/>
          <a:p>
            <a:pPr marL="0" marR="0" indent="0" defTabSz="914400" eaLnBrk="1" latinLnBrk="0" hangingPunct="1">
              <a:spcAft>
                <a:spcPts val="1200"/>
              </a:spcAft>
              <a:buClrTx/>
              <a:buSzTx/>
              <a:buFontTx/>
              <a:buNone/>
              <a:tabLst/>
              <a:defRPr/>
            </a:pPr>
            <a:r>
              <a:rPr kumimoji="0" lang="en-IE" altLang="en-US" sz="1200" b="1" i="0" u="none" strike="noStrike" kern="1200" cap="none" spc="0" normalizeH="0" baseline="0" noProof="0">
                <a:ln>
                  <a:noFill/>
                </a:ln>
                <a:effectLst/>
                <a:uLnTx/>
                <a:uFillTx/>
                <a:latin typeface="+mn-lt"/>
                <a:ea typeface="+mj-ea"/>
                <a:cs typeface="+mj-cs"/>
              </a:rPr>
              <a:t>Matter Protocol Stack</a:t>
            </a:r>
            <a:r>
              <a:rPr kumimoji="0" lang="en-IE" altLang="en-US" sz="1000" i="0" u="none" strike="noStrike" kern="1200" cap="none" spc="0" normalizeH="0" baseline="0" noProof="0">
                <a:ln>
                  <a:noFill/>
                </a:ln>
                <a:effectLst/>
                <a:uLnTx/>
                <a:uFillTx/>
                <a:latin typeface="+mn-lt"/>
                <a:ea typeface="+mj-ea"/>
                <a:cs typeface="+mj-cs"/>
              </a:rPr>
              <a:t>[2]</a:t>
            </a:r>
          </a:p>
        </p:txBody>
      </p:sp>
      <p:sp>
        <p:nvSpPr>
          <p:cNvPr id="52" name="Text 5">
            <a:extLst>
              <a:ext uri="{FF2B5EF4-FFF2-40B4-BE49-F238E27FC236}">
                <a16:creationId xmlns:a16="http://schemas.microsoft.com/office/drawing/2014/main" id="{8FC8D65E-BBD5-27F4-D0CC-C5CA68D93B68}"/>
              </a:ext>
            </a:extLst>
          </p:cNvPr>
          <p:cNvSpPr txBox="1"/>
          <p:nvPr/>
        </p:nvSpPr>
        <p:spPr>
          <a:xfrm>
            <a:off x="516172" y="1199107"/>
            <a:ext cx="8366947" cy="384048"/>
          </a:xfrm>
          <a:prstGeom prst="rect">
            <a:avLst/>
          </a:prstGeom>
          <a:noFill/>
          <a:ln/>
        </p:spPr>
        <p:txBody>
          <a:bodyPr wrap="square" lIns="0" tIns="0" rIns="0" bIns="0" rtlCol="0" anchor="ctr"/>
          <a:lstStyle/>
          <a:p>
            <a:pPr marL="0" indent="0">
              <a:buNone/>
            </a:pPr>
            <a:r>
              <a:rPr lang="en-US" sz="2000" b="1">
                <a:latin typeface="Arial" panose="020B0604020202020204" pitchFamily="34" charset="0"/>
                <a:ea typeface="Aptos" pitchFamily="34" charset="-122"/>
                <a:cs typeface="Arial" panose="020B0604020202020204" pitchFamily="34" charset="0"/>
              </a:rPr>
              <a:t>Pre-2022 smart home landscape: fragmented, insecure, proprietary</a:t>
            </a:r>
            <a:endParaRPr lang="en-US" sz="2000" b="1">
              <a:latin typeface="Arial" panose="020B0604020202020204" pitchFamily="34" charset="0"/>
              <a:cs typeface="Arial" panose="020B0604020202020204" pitchFamily="34" charset="0"/>
            </a:endParaRPr>
          </a:p>
        </p:txBody>
      </p:sp>
      <p:sp>
        <p:nvSpPr>
          <p:cNvPr id="54" name="Text 6">
            <a:extLst>
              <a:ext uri="{FF2B5EF4-FFF2-40B4-BE49-F238E27FC236}">
                <a16:creationId xmlns:a16="http://schemas.microsoft.com/office/drawing/2014/main" id="{7A867865-65B8-A3B8-8961-CE5B4418E4FF}"/>
              </a:ext>
            </a:extLst>
          </p:cNvPr>
          <p:cNvSpPr txBox="1"/>
          <p:nvPr/>
        </p:nvSpPr>
        <p:spPr>
          <a:xfrm>
            <a:off x="516172" y="1727157"/>
            <a:ext cx="8366947" cy="347472"/>
          </a:xfrm>
          <a:prstGeom prst="rect">
            <a:avLst/>
          </a:prstGeom>
          <a:noFill/>
          <a:ln/>
        </p:spPr>
        <p:txBody>
          <a:bodyPr wrap="square" lIns="0" tIns="0" rIns="0" bIns="0" rtlCol="0" anchor="ctr"/>
          <a:lstStyle/>
          <a:p>
            <a:pPr marL="0" indent="0">
              <a:buNone/>
            </a:pPr>
            <a:r>
              <a:rPr lang="en-US" sz="2000">
                <a:solidFill>
                  <a:srgbClr val="000000"/>
                </a:solidFill>
                <a:latin typeface="Arial" panose="020B0604020202020204" pitchFamily="34" charset="0"/>
                <a:ea typeface="Aptos" pitchFamily="34" charset="-122"/>
                <a:cs typeface="Arial" panose="020B0604020202020204" pitchFamily="34" charset="0"/>
              </a:rPr>
              <a:t>Isolated, incompatible ecosystems (Amazon, Google, Apple, Samsung)</a:t>
            </a:r>
            <a:endParaRPr lang="en-US" sz="2000">
              <a:latin typeface="Arial" panose="020B0604020202020204" pitchFamily="34" charset="0"/>
              <a:cs typeface="Arial" panose="020B0604020202020204" pitchFamily="34" charset="0"/>
            </a:endParaRPr>
          </a:p>
        </p:txBody>
      </p:sp>
      <p:sp>
        <p:nvSpPr>
          <p:cNvPr id="56" name="Text 7">
            <a:extLst>
              <a:ext uri="{FF2B5EF4-FFF2-40B4-BE49-F238E27FC236}">
                <a16:creationId xmlns:a16="http://schemas.microsoft.com/office/drawing/2014/main" id="{65F48E49-97AD-8BA9-7B46-BDA34D42E393}"/>
              </a:ext>
            </a:extLst>
          </p:cNvPr>
          <p:cNvSpPr txBox="1"/>
          <p:nvPr/>
        </p:nvSpPr>
        <p:spPr>
          <a:xfrm>
            <a:off x="516172" y="2092917"/>
            <a:ext cx="8366947" cy="347472"/>
          </a:xfrm>
          <a:prstGeom prst="rect">
            <a:avLst/>
          </a:prstGeom>
          <a:noFill/>
          <a:ln/>
        </p:spPr>
        <p:txBody>
          <a:bodyPr wrap="square" lIns="0" tIns="0" rIns="0" bIns="0" rtlCol="0" anchor="ctr"/>
          <a:lstStyle/>
          <a:p>
            <a:pPr marL="0" indent="0">
              <a:buNone/>
            </a:pPr>
            <a:r>
              <a:rPr lang="en-US" sz="2000">
                <a:solidFill>
                  <a:srgbClr val="000000"/>
                </a:solidFill>
                <a:latin typeface="Arial" panose="020B0604020202020204" pitchFamily="34" charset="0"/>
                <a:ea typeface="Aptos" pitchFamily="34" charset="-122"/>
                <a:cs typeface="Arial" panose="020B0604020202020204" pitchFamily="34" charset="0"/>
              </a:rPr>
              <a:t>Manufacturers separate device variants per ecosystem</a:t>
            </a:r>
            <a:endParaRPr lang="en-US" sz="2000">
              <a:latin typeface="Arial" panose="020B0604020202020204" pitchFamily="34" charset="0"/>
              <a:cs typeface="Arial" panose="020B0604020202020204" pitchFamily="34" charset="0"/>
            </a:endParaRPr>
          </a:p>
        </p:txBody>
      </p:sp>
      <p:sp>
        <p:nvSpPr>
          <p:cNvPr id="58" name="Text 8">
            <a:extLst>
              <a:ext uri="{FF2B5EF4-FFF2-40B4-BE49-F238E27FC236}">
                <a16:creationId xmlns:a16="http://schemas.microsoft.com/office/drawing/2014/main" id="{5C34B574-AB1E-453A-BA2D-433A15D5F0A8}"/>
              </a:ext>
            </a:extLst>
          </p:cNvPr>
          <p:cNvSpPr txBox="1"/>
          <p:nvPr/>
        </p:nvSpPr>
        <p:spPr>
          <a:xfrm>
            <a:off x="516172" y="2458677"/>
            <a:ext cx="8366947" cy="347472"/>
          </a:xfrm>
          <a:prstGeom prst="rect">
            <a:avLst/>
          </a:prstGeom>
          <a:noFill/>
          <a:ln/>
        </p:spPr>
        <p:txBody>
          <a:bodyPr wrap="square" lIns="0" tIns="0" rIns="0" bIns="0" rtlCol="0" anchor="ctr"/>
          <a:lstStyle/>
          <a:p>
            <a:pPr marL="0" indent="0">
              <a:buNone/>
            </a:pPr>
            <a:r>
              <a:rPr lang="en-US" sz="2000">
                <a:solidFill>
                  <a:srgbClr val="000000"/>
                </a:solidFill>
                <a:latin typeface="Arial" panose="020B0604020202020204" pitchFamily="34" charset="0"/>
                <a:ea typeface="Aptos" pitchFamily="34" charset="-122"/>
                <a:cs typeface="Arial" panose="020B0604020202020204" pitchFamily="34" charset="0"/>
              </a:rPr>
              <a:t>No mandatory security baseline</a:t>
            </a:r>
            <a:endParaRPr lang="en-US" sz="2000">
              <a:latin typeface="Arial" panose="020B0604020202020204" pitchFamily="34" charset="0"/>
              <a:cs typeface="Arial" panose="020B0604020202020204" pitchFamily="34" charset="0"/>
            </a:endParaRPr>
          </a:p>
        </p:txBody>
      </p:sp>
      <p:sp>
        <p:nvSpPr>
          <p:cNvPr id="60" name="Text 9">
            <a:extLst>
              <a:ext uri="{FF2B5EF4-FFF2-40B4-BE49-F238E27FC236}">
                <a16:creationId xmlns:a16="http://schemas.microsoft.com/office/drawing/2014/main" id="{BE6E72BF-91BA-59FB-9468-DFFC114C3C69}"/>
              </a:ext>
            </a:extLst>
          </p:cNvPr>
          <p:cNvSpPr txBox="1"/>
          <p:nvPr/>
        </p:nvSpPr>
        <p:spPr>
          <a:xfrm>
            <a:off x="516172" y="3410782"/>
            <a:ext cx="8366947" cy="347472"/>
          </a:xfrm>
          <a:prstGeom prst="rect">
            <a:avLst/>
          </a:prstGeom>
          <a:noFill/>
          <a:ln/>
        </p:spPr>
        <p:txBody>
          <a:bodyPr wrap="square" lIns="0" tIns="0" rIns="0" bIns="0" rtlCol="0" anchor="ctr"/>
          <a:lstStyle/>
          <a:p>
            <a:pPr marL="0" indent="0">
              <a:buNone/>
            </a:pPr>
            <a:r>
              <a:rPr lang="en-US" sz="2000" b="1">
                <a:latin typeface="Arial" panose="020B0604020202020204" pitchFamily="34" charset="0"/>
                <a:ea typeface="Aptos" pitchFamily="34" charset="-122"/>
                <a:cs typeface="Arial" panose="020B0604020202020204" pitchFamily="34" charset="0"/>
              </a:rPr>
              <a:t>Matter (2022): a unified standard</a:t>
            </a:r>
            <a:endParaRPr lang="en-US" sz="2000" b="1">
              <a:latin typeface="Arial" panose="020B0604020202020204" pitchFamily="34" charset="0"/>
              <a:cs typeface="Arial" panose="020B0604020202020204" pitchFamily="34" charset="0"/>
            </a:endParaRPr>
          </a:p>
        </p:txBody>
      </p:sp>
      <p:sp>
        <p:nvSpPr>
          <p:cNvPr id="62" name="Text 10">
            <a:extLst>
              <a:ext uri="{FF2B5EF4-FFF2-40B4-BE49-F238E27FC236}">
                <a16:creationId xmlns:a16="http://schemas.microsoft.com/office/drawing/2014/main" id="{C2B80F74-89CC-7A01-C168-B10E4C2EAB50}"/>
              </a:ext>
            </a:extLst>
          </p:cNvPr>
          <p:cNvSpPr txBox="1"/>
          <p:nvPr/>
        </p:nvSpPr>
        <p:spPr>
          <a:xfrm>
            <a:off x="503421" y="3858698"/>
            <a:ext cx="8366947" cy="347472"/>
          </a:xfrm>
          <a:prstGeom prst="rect">
            <a:avLst/>
          </a:prstGeom>
          <a:noFill/>
          <a:ln/>
        </p:spPr>
        <p:txBody>
          <a:bodyPr wrap="square" lIns="0" tIns="0" rIns="0" bIns="0" rtlCol="0" anchor="ctr"/>
          <a:lstStyle/>
          <a:p>
            <a:r>
              <a:rPr lang="en-US" sz="2000">
                <a:solidFill>
                  <a:srgbClr val="000000"/>
                </a:solidFill>
                <a:latin typeface="Arial" panose="020B0604020202020204" pitchFamily="34" charset="0"/>
                <a:ea typeface="Aptos" pitchFamily="34" charset="-122"/>
                <a:cs typeface="Arial" panose="020B0604020202020204" pitchFamily="34" charset="0"/>
              </a:rPr>
              <a:t>Open, royalty-free specification Connectivity Standards Alliance  (CSA)</a:t>
            </a:r>
          </a:p>
        </p:txBody>
      </p:sp>
      <p:sp>
        <p:nvSpPr>
          <p:cNvPr id="64" name="Text 11">
            <a:extLst>
              <a:ext uri="{FF2B5EF4-FFF2-40B4-BE49-F238E27FC236}">
                <a16:creationId xmlns:a16="http://schemas.microsoft.com/office/drawing/2014/main" id="{5F1A48FD-C394-6965-DD4D-6324643EBE80}"/>
              </a:ext>
            </a:extLst>
          </p:cNvPr>
          <p:cNvSpPr txBox="1"/>
          <p:nvPr/>
        </p:nvSpPr>
        <p:spPr>
          <a:xfrm>
            <a:off x="516171" y="4224634"/>
            <a:ext cx="8366947" cy="347472"/>
          </a:xfrm>
          <a:prstGeom prst="rect">
            <a:avLst/>
          </a:prstGeom>
          <a:noFill/>
          <a:ln/>
        </p:spPr>
        <p:txBody>
          <a:bodyPr wrap="square" lIns="0" tIns="0" rIns="0" bIns="0" rtlCol="0" anchor="ctr"/>
          <a:lstStyle/>
          <a:p>
            <a:pPr marL="0" indent="0">
              <a:buNone/>
            </a:pPr>
            <a:r>
              <a:rPr lang="en-US" sz="2000">
                <a:solidFill>
                  <a:srgbClr val="000000"/>
                </a:solidFill>
                <a:latin typeface="Arial" panose="020B0604020202020204" pitchFamily="34" charset="0"/>
                <a:ea typeface="Aptos" pitchFamily="34" charset="-122"/>
                <a:cs typeface="Arial" panose="020B0604020202020204" pitchFamily="34" charset="0"/>
              </a:rPr>
              <a:t>Native cross-platform operation — single device variant, single SDK</a:t>
            </a:r>
            <a:endParaRPr lang="en-US" sz="2000">
              <a:latin typeface="Arial" panose="020B0604020202020204" pitchFamily="34" charset="0"/>
              <a:cs typeface="Arial" panose="020B0604020202020204" pitchFamily="34" charset="0"/>
            </a:endParaRPr>
          </a:p>
        </p:txBody>
      </p:sp>
      <p:sp>
        <p:nvSpPr>
          <p:cNvPr id="66" name="Text 12">
            <a:extLst>
              <a:ext uri="{FF2B5EF4-FFF2-40B4-BE49-F238E27FC236}">
                <a16:creationId xmlns:a16="http://schemas.microsoft.com/office/drawing/2014/main" id="{E10552D8-3806-A7F2-BDBB-FE73740803ED}"/>
              </a:ext>
            </a:extLst>
          </p:cNvPr>
          <p:cNvSpPr txBox="1"/>
          <p:nvPr/>
        </p:nvSpPr>
        <p:spPr>
          <a:xfrm>
            <a:off x="516171" y="4632251"/>
            <a:ext cx="8366947" cy="347472"/>
          </a:xfrm>
          <a:prstGeom prst="rect">
            <a:avLst/>
          </a:prstGeom>
          <a:noFill/>
          <a:ln/>
        </p:spPr>
        <p:txBody>
          <a:bodyPr wrap="square" lIns="0" tIns="0" rIns="0" bIns="0" rtlCol="0" anchor="ctr"/>
          <a:lstStyle/>
          <a:p>
            <a:pPr marL="0" indent="0">
              <a:buNone/>
            </a:pPr>
            <a:r>
              <a:rPr lang="en-US" sz="2000">
                <a:solidFill>
                  <a:srgbClr val="000000"/>
                </a:solidFill>
                <a:latin typeface="Arial" panose="020B0604020202020204" pitchFamily="34" charset="0"/>
                <a:ea typeface="Aptos" pitchFamily="34" charset="-122"/>
                <a:cs typeface="Arial" panose="020B0604020202020204" pitchFamily="34" charset="0"/>
              </a:rPr>
              <a:t>Mandatory certificate-based authentication and end-to-end encryption </a:t>
            </a:r>
            <a:endParaRPr lang="en-US" sz="2000">
              <a:latin typeface="Arial" panose="020B0604020202020204" pitchFamily="34" charset="0"/>
              <a:cs typeface="Arial" panose="020B0604020202020204" pitchFamily="34" charset="0"/>
            </a:endParaRPr>
          </a:p>
        </p:txBody>
      </p:sp>
      <p:sp>
        <p:nvSpPr>
          <p:cNvPr id="68" name="Text 13">
            <a:extLst>
              <a:ext uri="{FF2B5EF4-FFF2-40B4-BE49-F238E27FC236}">
                <a16:creationId xmlns:a16="http://schemas.microsoft.com/office/drawing/2014/main" id="{09181E2D-AE6B-1CCB-26D4-0719A21571A3}"/>
              </a:ext>
            </a:extLst>
          </p:cNvPr>
          <p:cNvSpPr txBox="1"/>
          <p:nvPr/>
        </p:nvSpPr>
        <p:spPr>
          <a:xfrm>
            <a:off x="503423" y="5038485"/>
            <a:ext cx="8366947" cy="347472"/>
          </a:xfrm>
          <a:prstGeom prst="rect">
            <a:avLst/>
          </a:prstGeom>
          <a:noFill/>
          <a:ln/>
        </p:spPr>
        <p:txBody>
          <a:bodyPr wrap="square" lIns="0" tIns="0" rIns="0" bIns="0" rtlCol="0" anchor="ctr"/>
          <a:lstStyle/>
          <a:p>
            <a:r>
              <a:rPr lang="en-US" sz="2000">
                <a:latin typeface="Arial" panose="020B0604020202020204" pitchFamily="34" charset="0"/>
                <a:ea typeface="Aptos" pitchFamily="34" charset="-122"/>
                <a:cs typeface="Arial" panose="020B0604020202020204" pitchFamily="34" charset="0"/>
              </a:rPr>
              <a:t>S</a:t>
            </a:r>
            <a:r>
              <a:rPr lang="en-US" sz="2000">
                <a:solidFill>
                  <a:srgbClr val="000000"/>
                </a:solidFill>
                <a:latin typeface="Arial" panose="020B0604020202020204" pitchFamily="34" charset="0"/>
                <a:ea typeface="Aptos" pitchFamily="34" charset="-122"/>
                <a:cs typeface="Arial" panose="020B0604020202020204" pitchFamily="34" charset="0"/>
              </a:rPr>
              <a:t>tandardized – vendors can contribute to development  </a:t>
            </a:r>
            <a:endParaRPr lang="en-US" sz="2000">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9D685792-6D08-12DB-0498-017423FFC107}"/>
              </a:ext>
            </a:extLst>
          </p:cNvPr>
          <p:cNvSpPr txBox="1"/>
          <p:nvPr/>
        </p:nvSpPr>
        <p:spPr>
          <a:xfrm>
            <a:off x="9134841" y="4066248"/>
            <a:ext cx="2743200" cy="1015663"/>
          </a:xfrm>
          <a:prstGeom prst="rect">
            <a:avLst/>
          </a:prstGeom>
          <a:noFill/>
        </p:spPr>
        <p:txBody>
          <a:bodyPr wrap="square">
            <a:spAutoFit/>
          </a:bodyPr>
          <a:lstStyle/>
          <a:p>
            <a:pPr marL="171450" lvl="0" indent="-171450">
              <a:buFont typeface="Arial" panose="020B0604020202020204" pitchFamily="34" charset="0"/>
              <a:buChar char="•"/>
            </a:pPr>
            <a:r>
              <a:rPr lang="en-US" sz="1200"/>
              <a:t>Application-layer protocol </a:t>
            </a:r>
          </a:p>
          <a:p>
            <a:pPr marL="171450" lvl="0" indent="-171450">
              <a:buFont typeface="Arial" panose="020B0604020202020204" pitchFamily="34" charset="0"/>
              <a:buChar char="•"/>
            </a:pPr>
            <a:r>
              <a:rPr lang="en-US" sz="1200"/>
              <a:t>IPv6 over TCP/UDP (primary UDP)</a:t>
            </a:r>
          </a:p>
          <a:p>
            <a:pPr marL="171450" lvl="0" indent="-171450">
              <a:buFont typeface="Arial" panose="020B0604020202020204" pitchFamily="34" charset="0"/>
              <a:buChar char="•"/>
            </a:pPr>
            <a:r>
              <a:rPr lang="en-US" sz="1200"/>
              <a:t>Wi-Fi · Thread (IEEE 802.15.4) · Ethernet </a:t>
            </a:r>
          </a:p>
          <a:p>
            <a:pPr marL="171450" lvl="0" indent="-171450">
              <a:buFont typeface="Arial" panose="020B0604020202020204" pitchFamily="34" charset="0"/>
              <a:buChar char="•"/>
            </a:pPr>
            <a:r>
              <a:rPr lang="en-US" sz="1200"/>
              <a:t>Bluetooth LE (commissioning only)</a:t>
            </a:r>
          </a:p>
        </p:txBody>
      </p:sp>
      <p:sp>
        <p:nvSpPr>
          <p:cNvPr id="4" name="Text 13">
            <a:extLst>
              <a:ext uri="{FF2B5EF4-FFF2-40B4-BE49-F238E27FC236}">
                <a16:creationId xmlns:a16="http://schemas.microsoft.com/office/drawing/2014/main" id="{A8B2EFD5-55AA-5BE9-3E14-19C03CAFD14A}"/>
              </a:ext>
            </a:extLst>
          </p:cNvPr>
          <p:cNvSpPr txBox="1"/>
          <p:nvPr/>
        </p:nvSpPr>
        <p:spPr>
          <a:xfrm>
            <a:off x="516171" y="5373402"/>
            <a:ext cx="8366947" cy="347472"/>
          </a:xfrm>
          <a:prstGeom prst="rect">
            <a:avLst/>
          </a:prstGeom>
          <a:noFill/>
          <a:ln/>
        </p:spPr>
        <p:txBody>
          <a:bodyPr wrap="square" lIns="0" tIns="0" rIns="0" bIns="0" rtlCol="0" anchor="ctr"/>
          <a:lstStyle/>
          <a:p>
            <a:r>
              <a:rPr lang="en-US" sz="2000">
                <a:solidFill>
                  <a:srgbClr val="000000"/>
                </a:solidFill>
                <a:latin typeface="Arial" panose="020B0604020202020204" pitchFamily="34" charset="0"/>
                <a:ea typeface="Aptos" pitchFamily="34" charset="-122"/>
                <a:cs typeface="Arial" panose="020B0604020202020204" pitchFamily="34" charset="0"/>
              </a:rPr>
              <a:t>Predicted ~473 million devices in 2026, &gt;50% by 2027 </a:t>
            </a:r>
            <a:r>
              <a:rPr lang="en-US" sz="1200">
                <a:solidFill>
                  <a:srgbClr val="000000"/>
                </a:solidFill>
                <a:latin typeface="Arial" panose="020B0604020202020204" pitchFamily="34" charset="0"/>
                <a:ea typeface="Aptos" pitchFamily="34" charset="-122"/>
                <a:cs typeface="Arial" panose="020B0604020202020204" pitchFamily="34" charset="0"/>
              </a:rPr>
              <a:t>[1]   </a:t>
            </a:r>
            <a:endParaRPr lang="en-US" sz="2000">
              <a:solidFill>
                <a:srgbClr val="000000"/>
              </a:solidFill>
              <a:latin typeface="Arial" panose="020B0604020202020204" pitchFamily="34" charset="0"/>
              <a:ea typeface="Aptos" pitchFamily="34" charset="-122"/>
              <a:cs typeface="Arial" panose="020B0604020202020204" pitchFamily="34" charset="0"/>
            </a:endParaRPr>
          </a:p>
        </p:txBody>
      </p:sp>
      <p:sp>
        <p:nvSpPr>
          <p:cNvPr id="7" name="TextBox 6">
            <a:extLst>
              <a:ext uri="{FF2B5EF4-FFF2-40B4-BE49-F238E27FC236}">
                <a16:creationId xmlns:a16="http://schemas.microsoft.com/office/drawing/2014/main" id="{AF7FC48B-930E-DD8A-6112-1A74E05ACD54}"/>
              </a:ext>
            </a:extLst>
          </p:cNvPr>
          <p:cNvSpPr txBox="1"/>
          <p:nvPr/>
        </p:nvSpPr>
        <p:spPr>
          <a:xfrm>
            <a:off x="516173" y="5990590"/>
            <a:ext cx="3436702" cy="369332"/>
          </a:xfrm>
          <a:prstGeom prst="rect">
            <a:avLst/>
          </a:prstGeom>
          <a:noFill/>
        </p:spPr>
        <p:txBody>
          <a:bodyPr wrap="square">
            <a:spAutoFit/>
          </a:bodyPr>
          <a:lstStyle/>
          <a:p>
            <a:r>
              <a:rPr lang="en-US" sz="900">
                <a:latin typeface="Arial" panose="020B0604020202020204" pitchFamily="34" charset="0"/>
                <a:cs typeface="Arial" panose="020B0604020202020204" pitchFamily="34" charset="0"/>
              </a:rPr>
              <a:t>[1] ABI Research, 38 Technology Stats to Know for 2022</a:t>
            </a:r>
          </a:p>
          <a:p>
            <a:r>
              <a:rPr lang="en-US" sz="900">
                <a:latin typeface="Arial" panose="020B0604020202020204" pitchFamily="34" charset="0"/>
                <a:cs typeface="Arial" panose="020B0604020202020204" pitchFamily="34" charset="0"/>
              </a:rPr>
              <a:t>[2] Google Home Developers</a:t>
            </a:r>
          </a:p>
        </p:txBody>
      </p:sp>
      <p:sp>
        <p:nvSpPr>
          <p:cNvPr id="9" name="TextBox 8">
            <a:extLst>
              <a:ext uri="{FF2B5EF4-FFF2-40B4-BE49-F238E27FC236}">
                <a16:creationId xmlns:a16="http://schemas.microsoft.com/office/drawing/2014/main" id="{DF275273-17CE-E444-1700-92B09B5D3E3C}"/>
              </a:ext>
            </a:extLst>
          </p:cNvPr>
          <p:cNvSpPr txBox="1"/>
          <p:nvPr/>
        </p:nvSpPr>
        <p:spPr>
          <a:xfrm>
            <a:off x="163314" y="74135"/>
            <a:ext cx="1618988" cy="400110"/>
          </a:xfrm>
          <a:prstGeom prst="rect">
            <a:avLst/>
          </a:prstGeom>
          <a:noFill/>
        </p:spPr>
        <p:txBody>
          <a:bodyPr wrap="square" lIns="91440" tIns="45720" rIns="91440" bIns="45720" anchor="t">
            <a:spAutoFit/>
          </a:bodyPr>
          <a:lstStyle/>
          <a:p>
            <a:r>
              <a:rPr lang="en-US" sz="2000" b="1">
                <a:solidFill>
                  <a:schemeClr val="bg1"/>
                </a:solidFill>
                <a:latin typeface="Arial" panose="020B0604020202020204" pitchFamily="34" charset="0"/>
                <a:cs typeface="Arial" panose="020B0604020202020204" pitchFamily="34" charset="0"/>
              </a:rPr>
              <a:t>Matter</a:t>
            </a:r>
            <a:endParaRPr lang="en-US">
              <a:solidFill>
                <a:schemeClr val="bg1"/>
              </a:solidFill>
              <a:latin typeface="Arial" panose="020B0604020202020204" pitchFamily="34" charset="0"/>
              <a:cs typeface="Arial" panose="020B0604020202020204" pitchFamily="34" charset="0"/>
            </a:endParaRPr>
          </a:p>
        </p:txBody>
      </p:sp>
      <p:sp>
        <p:nvSpPr>
          <p:cNvPr id="18" name="Text 8">
            <a:extLst>
              <a:ext uri="{FF2B5EF4-FFF2-40B4-BE49-F238E27FC236}">
                <a16:creationId xmlns:a16="http://schemas.microsoft.com/office/drawing/2014/main" id="{ECE0E0A5-4C56-175B-2C63-6B5127C70DFB}"/>
              </a:ext>
            </a:extLst>
          </p:cNvPr>
          <p:cNvSpPr txBox="1"/>
          <p:nvPr/>
        </p:nvSpPr>
        <p:spPr>
          <a:xfrm>
            <a:off x="503422" y="2815972"/>
            <a:ext cx="8366947" cy="347472"/>
          </a:xfrm>
          <a:prstGeom prst="rect">
            <a:avLst/>
          </a:prstGeom>
          <a:noFill/>
          <a:ln/>
        </p:spPr>
        <p:txBody>
          <a:bodyPr wrap="square" lIns="0" tIns="0" rIns="0" bIns="0" rtlCol="0" anchor="ctr"/>
          <a:lstStyle/>
          <a:p>
            <a:r>
              <a:rPr lang="en-US" sz="2000">
                <a:latin typeface="Arial" panose="020B0604020202020204" pitchFamily="34" charset="0"/>
                <a:cs typeface="Arial" panose="020B0604020202020204" pitchFamily="34" charset="0"/>
              </a:rPr>
              <a:t>Cloud-dependent operation – no local control without internet connectivity</a:t>
            </a:r>
          </a:p>
        </p:txBody>
      </p:sp>
      <p:sp>
        <p:nvSpPr>
          <p:cNvPr id="19" name="Rectangle 18">
            <a:extLst>
              <a:ext uri="{FF2B5EF4-FFF2-40B4-BE49-F238E27FC236}">
                <a16:creationId xmlns:a16="http://schemas.microsoft.com/office/drawing/2014/main" id="{8B7609D5-7EB3-9D4D-CBC8-DDD18E3C04A9}"/>
              </a:ext>
            </a:extLst>
          </p:cNvPr>
          <p:cNvSpPr/>
          <p:nvPr/>
        </p:nvSpPr>
        <p:spPr>
          <a:xfrm>
            <a:off x="8986345" y="1357112"/>
            <a:ext cx="2904444" cy="3729895"/>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3108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1E07-C838-3163-564A-8E654CFFDBAE}"/>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068970E1-10F9-A31F-6A34-80EB72487A1D}"/>
              </a:ext>
            </a:extLst>
          </p:cNvPr>
          <p:cNvSpPr>
            <a:spLocks noGrp="1"/>
          </p:cNvSpPr>
          <p:nvPr/>
        </p:nvSpPr>
        <p:spPr>
          <a:xfrm>
            <a:off x="0" y="-21085"/>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16F45337-13C2-C7D3-0349-21D32205EA99}"/>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825D9A19-37F4-012A-8647-9BEC6F0EBBCC}"/>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DC03238B-2535-EFC3-0A84-D65AAD61C024}"/>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1BCB7AA9-DAE7-F858-9C83-8BB2960D81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FD7C84E9-721F-4D3E-756E-45CCB4F356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4B3515E5-FA6D-263A-8F08-62EF93011877}"/>
              </a:ext>
            </a:extLst>
          </p:cNvPr>
          <p:cNvSpPr>
            <a:spLocks noGrp="1"/>
          </p:cNvSpPr>
          <p:nvPr>
            <p:ph type="sldNum" sz="quarter" idx="12"/>
          </p:nvPr>
        </p:nvSpPr>
        <p:spPr/>
        <p:txBody>
          <a:bodyPr/>
          <a:lstStyle/>
          <a:p>
            <a:fld id="{F8B2AEEB-57C9-4BA6-8192-32186CDF2FF3}" type="slidenum">
              <a:rPr lang="en-US" smtClean="0"/>
              <a:t>3</a:t>
            </a:fld>
            <a:endParaRPr lang="en-US"/>
          </a:p>
        </p:txBody>
      </p:sp>
      <p:sp>
        <p:nvSpPr>
          <p:cNvPr id="9" name="TextBox 8">
            <a:extLst>
              <a:ext uri="{FF2B5EF4-FFF2-40B4-BE49-F238E27FC236}">
                <a16:creationId xmlns:a16="http://schemas.microsoft.com/office/drawing/2014/main" id="{D3718343-AF55-AEFD-1396-45D9D5BF4BB7}"/>
              </a:ext>
            </a:extLst>
          </p:cNvPr>
          <p:cNvSpPr txBox="1"/>
          <p:nvPr/>
        </p:nvSpPr>
        <p:spPr>
          <a:xfrm>
            <a:off x="163314" y="60582"/>
            <a:ext cx="6102350" cy="400110"/>
          </a:xfrm>
          <a:prstGeom prst="rect">
            <a:avLst/>
          </a:prstGeom>
          <a:noFill/>
        </p:spPr>
        <p:txBody>
          <a:bodyPr wrap="square" lIns="91440" tIns="45720" rIns="91440" bIns="45720" anchor="t">
            <a:spAutoFit/>
          </a:bodyPr>
          <a:lstStyle/>
          <a:p>
            <a:r>
              <a:rPr lang="en-US" sz="2000" b="1">
                <a:solidFill>
                  <a:schemeClr val="bg1"/>
                </a:solidFill>
                <a:latin typeface="Arial" panose="020B0604020202020204" pitchFamily="34" charset="0"/>
                <a:cs typeface="Arial" panose="020B0604020202020204" pitchFamily="34" charset="0"/>
              </a:rPr>
              <a:t>Problems with Matter</a:t>
            </a:r>
            <a:endParaRPr lang="en-US">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907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BB5B7-382A-4652-57F1-6E1F20F05AE0}"/>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E505E40D-472E-AFBD-452F-2F753D6E6705}"/>
              </a:ext>
            </a:extLst>
          </p:cNvPr>
          <p:cNvSpPr>
            <a:spLocks noGrp="1"/>
          </p:cNvSpPr>
          <p:nvPr/>
        </p:nvSpPr>
        <p:spPr>
          <a:xfrm>
            <a:off x="0" y="-21085"/>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0B5872FC-1034-325C-E580-C7CFF0BF2E00}"/>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C20373B1-EBD2-7F52-05B3-3B690608813A}"/>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5AF832BB-9DE5-F10B-9541-FD5FA8E51F26}"/>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FD40B4E0-D938-4939-D77A-C380E2BC26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53A0B380-84EF-0EC6-B2A8-9BEE931E24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971309EE-0302-5D52-6B60-20DD6EB66947}"/>
              </a:ext>
            </a:extLst>
          </p:cNvPr>
          <p:cNvSpPr>
            <a:spLocks noGrp="1"/>
          </p:cNvSpPr>
          <p:nvPr>
            <p:ph type="sldNum" sz="quarter" idx="12"/>
          </p:nvPr>
        </p:nvSpPr>
        <p:spPr/>
        <p:txBody>
          <a:bodyPr/>
          <a:lstStyle/>
          <a:p>
            <a:fld id="{F8B2AEEB-57C9-4BA6-8192-32186CDF2FF3}" type="slidenum">
              <a:rPr lang="en-US" smtClean="0"/>
              <a:t>4</a:t>
            </a:fld>
            <a:endParaRPr lang="en-US"/>
          </a:p>
        </p:txBody>
      </p:sp>
      <p:sp>
        <p:nvSpPr>
          <p:cNvPr id="7" name="TextBox 6">
            <a:extLst>
              <a:ext uri="{FF2B5EF4-FFF2-40B4-BE49-F238E27FC236}">
                <a16:creationId xmlns:a16="http://schemas.microsoft.com/office/drawing/2014/main" id="{352C1D1F-9D4A-86E3-DE1B-57391EDB893D}"/>
              </a:ext>
            </a:extLst>
          </p:cNvPr>
          <p:cNvSpPr txBox="1"/>
          <p:nvPr/>
        </p:nvSpPr>
        <p:spPr>
          <a:xfrm>
            <a:off x="721648" y="854371"/>
            <a:ext cx="10958945" cy="5509200"/>
          </a:xfrm>
          <a:prstGeom prst="rect">
            <a:avLst/>
          </a:prstGeom>
          <a:noFill/>
        </p:spPr>
        <p:txBody>
          <a:bodyPr wrap="square" lIns="91440" tIns="45720" rIns="91440" bIns="45720" anchor="t">
            <a:spAutoFit/>
          </a:bodyPr>
          <a:lstStyle/>
          <a:p>
            <a:r>
              <a:rPr lang="en-US" sz="2400">
                <a:latin typeface="Arial"/>
                <a:cs typeface="Arial"/>
              </a:rPr>
              <a:t>RQ1: Do Matter-enabled devices offer improved security and privacy compared to similar non-Matter devices? </a:t>
            </a:r>
          </a:p>
          <a:p>
            <a:r>
              <a:rPr lang="en-US" sz="2000">
                <a:solidFill>
                  <a:srgbClr val="3C9FC2"/>
                </a:solidFill>
                <a:latin typeface="Arial"/>
                <a:cs typeface="Arial"/>
              </a:rPr>
              <a:t>(Local protocol, encryption, Attestation, Service Discovery, Internet dependency)</a:t>
            </a:r>
          </a:p>
          <a:p>
            <a:endParaRPr lang="en-US" sz="2000">
              <a:latin typeface="Arial" panose="020B0604020202020204" pitchFamily="34" charset="0"/>
              <a:cs typeface="Arial" panose="020B0604020202020204" pitchFamily="34" charset="0"/>
            </a:endParaRPr>
          </a:p>
          <a:p>
            <a:r>
              <a:rPr lang="en-US" sz="2400">
                <a:latin typeface="Arial"/>
                <a:cs typeface="Arial"/>
              </a:rPr>
              <a:t>RQ2: Do ecosystem-specific interpretations of the Matter standard introduce measurable vulnerabilities in device behavior? </a:t>
            </a:r>
          </a:p>
          <a:p>
            <a:r>
              <a:rPr lang="en-US" sz="2000">
                <a:solidFill>
                  <a:srgbClr val="3C9FC2"/>
                </a:solidFill>
                <a:latin typeface="Arial"/>
                <a:cs typeface="Arial"/>
              </a:rPr>
              <a:t>(mDNS advertising, Rotating Device ID, Software </a:t>
            </a:r>
            <a:r>
              <a:rPr lang="en-US" sz="2000" err="1">
                <a:solidFill>
                  <a:srgbClr val="3C9FC2"/>
                </a:solidFill>
                <a:latin typeface="Arial"/>
                <a:cs typeface="Arial"/>
              </a:rPr>
              <a:t>Updates,Local</a:t>
            </a:r>
            <a:r>
              <a:rPr lang="en-US" sz="2000">
                <a:solidFill>
                  <a:srgbClr val="3C9FC2"/>
                </a:solidFill>
                <a:latin typeface="Arial"/>
                <a:cs typeface="Arial"/>
              </a:rPr>
              <a:t> Comms, Inferred Version) </a:t>
            </a:r>
          </a:p>
          <a:p>
            <a:endParaRPr lang="en-US" sz="2000">
              <a:solidFill>
                <a:srgbClr val="3C9FC2"/>
              </a:solidFill>
              <a:latin typeface="Arial" panose="020B0604020202020204" pitchFamily="34" charset="0"/>
              <a:cs typeface="Arial" panose="020B0604020202020204" pitchFamily="34" charset="0"/>
            </a:endParaRPr>
          </a:p>
          <a:p>
            <a:r>
              <a:rPr lang="en-US" sz="2400">
                <a:latin typeface="Arial"/>
                <a:cs typeface="Arial"/>
              </a:rPr>
              <a:t>RQ3: What are the implications of supporting both the Matter protocol and vendor-specific legacy protocols on IoT devices?</a:t>
            </a:r>
          </a:p>
          <a:p>
            <a:r>
              <a:rPr lang="en-US" sz="2000">
                <a:solidFill>
                  <a:srgbClr val="3C9FC2"/>
                </a:solidFill>
                <a:latin typeface="Arial" panose="020B0604020202020204" pitchFamily="34" charset="0"/>
                <a:cs typeface="Arial" panose="020B0604020202020204" pitchFamily="34" charset="0"/>
              </a:rPr>
              <a:t>(security models, cloud connections, jurisdiction)</a:t>
            </a:r>
          </a:p>
          <a:p>
            <a:endParaRPr lang="en-US" sz="2000">
              <a:solidFill>
                <a:srgbClr val="3C9FC2"/>
              </a:solidFill>
              <a:latin typeface="Arial" panose="020B0604020202020204" pitchFamily="34" charset="0"/>
              <a:cs typeface="Arial" panose="020B0604020202020204" pitchFamily="34" charset="0"/>
            </a:endParaRPr>
          </a:p>
          <a:p>
            <a:r>
              <a:rPr lang="en-US" sz="2400">
                <a:latin typeface="Arial"/>
                <a:cs typeface="Arial"/>
              </a:rPr>
              <a:t>RQ4: How resilient are Matter devices to realistic adversarial actions, such as unauthorized connection attempts and traffic based inference? </a:t>
            </a:r>
          </a:p>
          <a:p>
            <a:r>
              <a:rPr lang="en-US" sz="2000">
                <a:solidFill>
                  <a:srgbClr val="3C9FC2"/>
                </a:solidFill>
                <a:latin typeface="Arial" panose="020B0604020202020204" pitchFamily="34" charset="0"/>
                <a:cs typeface="Arial" panose="020B0604020202020204" pitchFamily="34" charset="0"/>
              </a:rPr>
              <a:t>(Operational inference, packet reply, commissioning)</a:t>
            </a:r>
          </a:p>
          <a:p>
            <a:endParaRPr lang="en-US" sz="2000"/>
          </a:p>
        </p:txBody>
      </p:sp>
      <p:sp>
        <p:nvSpPr>
          <p:cNvPr id="9" name="TextBox 8">
            <a:extLst>
              <a:ext uri="{FF2B5EF4-FFF2-40B4-BE49-F238E27FC236}">
                <a16:creationId xmlns:a16="http://schemas.microsoft.com/office/drawing/2014/main" id="{D63EDEA1-A25F-1A80-79FA-9001A94D7742}"/>
              </a:ext>
            </a:extLst>
          </p:cNvPr>
          <p:cNvSpPr txBox="1"/>
          <p:nvPr/>
        </p:nvSpPr>
        <p:spPr>
          <a:xfrm>
            <a:off x="163314" y="60582"/>
            <a:ext cx="6102350" cy="400110"/>
          </a:xfrm>
          <a:prstGeom prst="rect">
            <a:avLst/>
          </a:prstGeom>
          <a:noFill/>
        </p:spPr>
        <p:txBody>
          <a:bodyPr wrap="square">
            <a:spAutoFit/>
          </a:bodyPr>
          <a:lstStyle/>
          <a:p>
            <a:r>
              <a:rPr lang="en-US" sz="2000" b="1">
                <a:solidFill>
                  <a:schemeClr val="bg1"/>
                </a:solidFill>
                <a:latin typeface="Arial" panose="020B0604020202020204" pitchFamily="34" charset="0"/>
                <a:cs typeface="Arial" panose="020B0604020202020204" pitchFamily="34" charset="0"/>
              </a:rPr>
              <a:t>Research Questions</a:t>
            </a:r>
          </a:p>
        </p:txBody>
      </p:sp>
    </p:spTree>
    <p:extLst>
      <p:ext uri="{BB962C8B-B14F-4D97-AF65-F5344CB8AC3E}">
        <p14:creationId xmlns:p14="http://schemas.microsoft.com/office/powerpoint/2010/main" val="274015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F598A-EDAA-5CEC-D3B9-A2E9757AAF18}"/>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EA26F41D-169E-ADB8-7DF4-CFB66EB0EB47}"/>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F1F726AE-BF2E-83BD-39AC-2750C1B0798D}"/>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Arial" panose="020B0604020202020204" pitchFamily="34" charset="0"/>
              <a:ea typeface="Calibri"/>
              <a:cs typeface="Arial" panose="020B0604020202020204" pitchFamily="34" charset="0"/>
            </a:endParaRPr>
          </a:p>
          <a:p>
            <a:pPr algn="l">
              <a:buNone/>
              <a:defRPr sz="975" b="1">
                <a:solidFill>
                  <a:srgbClr val="0E7490"/>
                </a:solidFill>
                <a:latin typeface="Calibri"/>
                <a:ea typeface="Calibri"/>
                <a:cs typeface="Calibri"/>
              </a:defRPr>
            </a:pPr>
            <a:endParaRPr lang="en-GB" sz="975" b="1">
              <a:solidFill>
                <a:srgbClr val="0E7490"/>
              </a:solidFill>
              <a:latin typeface="Arial" panose="020B0604020202020204" pitchFamily="34" charset="0"/>
              <a:ea typeface="Calibri"/>
              <a:cs typeface="Arial" panose="020B0604020202020204" pitchFamily="34" charset="0"/>
            </a:endParaRPr>
          </a:p>
          <a:p>
            <a:pPr algn="l">
              <a:buNone/>
              <a:defRPr sz="975" b="1">
                <a:solidFill>
                  <a:srgbClr val="0E7490"/>
                </a:solidFill>
                <a:latin typeface="Calibri"/>
                <a:ea typeface="Calibri"/>
                <a:cs typeface="Calibri"/>
              </a:defRPr>
            </a:pPr>
            <a:endParaRPr sz="975" b="1">
              <a:solidFill>
                <a:srgbClr val="0E7490"/>
              </a:solidFill>
              <a:latin typeface="Arial" panose="020B0604020202020204" pitchFamily="34" charset="0"/>
              <a:ea typeface="Calibri"/>
              <a:cs typeface="Arial" panose="020B0604020202020204" pitchFamily="34" charset="0"/>
            </a:endParaRPr>
          </a:p>
        </p:txBody>
      </p:sp>
      <p:grpSp>
        <p:nvGrpSpPr>
          <p:cNvPr id="14" name="Group 13">
            <a:extLst>
              <a:ext uri="{FF2B5EF4-FFF2-40B4-BE49-F238E27FC236}">
                <a16:creationId xmlns:a16="http://schemas.microsoft.com/office/drawing/2014/main" id="{E627DD06-EB57-E761-28B8-F4B9D6E9035D}"/>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CA29D9B2-4652-4F75-3C73-12B50E9D3ED2}"/>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75B2C105-2567-6A68-AD46-57E4311F6A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3C4EE992-62DF-F8CF-1A61-47C3AC9FB6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2805B300-210F-8C25-B70D-07A3FC361ABB}"/>
              </a:ext>
            </a:extLst>
          </p:cNvPr>
          <p:cNvSpPr>
            <a:spLocks noGrp="1"/>
          </p:cNvSpPr>
          <p:nvPr>
            <p:ph type="sldNum" sz="quarter" idx="12"/>
          </p:nvPr>
        </p:nvSpPr>
        <p:spPr/>
        <p:txBody>
          <a:bodyPr/>
          <a:lstStyle/>
          <a:p>
            <a:fld id="{F8B2AEEB-57C9-4BA6-8192-32186CDF2FF3}"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541F807-63A4-6F80-F657-581A2878910C}"/>
              </a:ext>
            </a:extLst>
          </p:cNvPr>
          <p:cNvSpPr txBox="1"/>
          <p:nvPr/>
        </p:nvSpPr>
        <p:spPr>
          <a:xfrm>
            <a:off x="1522207" y="803722"/>
            <a:ext cx="3758808" cy="369332"/>
          </a:xfrm>
          <a:prstGeom prst="rect">
            <a:avLst/>
          </a:prstGeom>
          <a:noFill/>
        </p:spPr>
        <p:txBody>
          <a:bodyPr wrap="square" lIns="91440" tIns="45720" rIns="91440" bIns="45720" anchor="t">
            <a:spAutoFit/>
          </a:bodyPr>
          <a:lstStyle/>
          <a:p>
            <a:r>
              <a:rPr lang="en-US" b="1"/>
              <a:t>University College London</a:t>
            </a:r>
          </a:p>
        </p:txBody>
      </p:sp>
      <p:sp>
        <p:nvSpPr>
          <p:cNvPr id="29" name="TextBox 28">
            <a:extLst>
              <a:ext uri="{FF2B5EF4-FFF2-40B4-BE49-F238E27FC236}">
                <a16:creationId xmlns:a16="http://schemas.microsoft.com/office/drawing/2014/main" id="{F73A592E-6FEB-3AFE-5EA6-AB76733781D8}"/>
              </a:ext>
            </a:extLst>
          </p:cNvPr>
          <p:cNvSpPr txBox="1"/>
          <p:nvPr/>
        </p:nvSpPr>
        <p:spPr>
          <a:xfrm>
            <a:off x="6234894" y="1178264"/>
            <a:ext cx="3242246" cy="369332"/>
          </a:xfrm>
          <a:prstGeom prst="rect">
            <a:avLst/>
          </a:prstGeom>
          <a:noFill/>
        </p:spPr>
        <p:txBody>
          <a:bodyPr wrap="square">
            <a:spAutoFit/>
          </a:bodyPr>
          <a:lstStyle/>
          <a:p>
            <a:r>
              <a:rPr lang="en-US" b="1"/>
              <a:t>Northeastern University</a:t>
            </a:r>
          </a:p>
        </p:txBody>
      </p:sp>
      <p:pic>
        <p:nvPicPr>
          <p:cNvPr id="31" name="Picture 30">
            <a:extLst>
              <a:ext uri="{FF2B5EF4-FFF2-40B4-BE49-F238E27FC236}">
                <a16:creationId xmlns:a16="http://schemas.microsoft.com/office/drawing/2014/main" id="{BB354E58-2227-67AF-F6AE-BE303275E0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77999" y="1521724"/>
            <a:ext cx="3242246" cy="2092451"/>
          </a:xfrm>
          <a:prstGeom prst="rect">
            <a:avLst/>
          </a:prstGeom>
        </p:spPr>
      </p:pic>
      <p:pic>
        <p:nvPicPr>
          <p:cNvPr id="35" name="Picture 34">
            <a:extLst>
              <a:ext uri="{FF2B5EF4-FFF2-40B4-BE49-F238E27FC236}">
                <a16:creationId xmlns:a16="http://schemas.microsoft.com/office/drawing/2014/main" id="{7CCD2D88-EA88-BF58-170C-B59FDF657B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2308" y="1521725"/>
            <a:ext cx="3194832" cy="2092450"/>
          </a:xfrm>
          <a:prstGeom prst="rect">
            <a:avLst/>
          </a:prstGeom>
        </p:spPr>
      </p:pic>
      <p:grpSp>
        <p:nvGrpSpPr>
          <p:cNvPr id="7" name="Group 6">
            <a:extLst>
              <a:ext uri="{FF2B5EF4-FFF2-40B4-BE49-F238E27FC236}">
                <a16:creationId xmlns:a16="http://schemas.microsoft.com/office/drawing/2014/main" id="{15AA3979-F779-B0BA-3A2F-2F6AA47F8943}"/>
              </a:ext>
            </a:extLst>
          </p:cNvPr>
          <p:cNvGrpSpPr/>
          <p:nvPr/>
        </p:nvGrpSpPr>
        <p:grpSpPr>
          <a:xfrm>
            <a:off x="1108059" y="3902895"/>
            <a:ext cx="9158748" cy="2256615"/>
            <a:chOff x="2053195" y="4475310"/>
            <a:chExt cx="7562507" cy="1628670"/>
          </a:xfrm>
        </p:grpSpPr>
        <p:grpSp>
          <p:nvGrpSpPr>
            <p:cNvPr id="3" name="Group 2">
              <a:extLst>
                <a:ext uri="{FF2B5EF4-FFF2-40B4-BE49-F238E27FC236}">
                  <a16:creationId xmlns:a16="http://schemas.microsoft.com/office/drawing/2014/main" id="{B274FD68-5ED1-426A-9E10-9C075EE4A800}"/>
                </a:ext>
              </a:extLst>
            </p:cNvPr>
            <p:cNvGrpSpPr/>
            <p:nvPr/>
          </p:nvGrpSpPr>
          <p:grpSpPr>
            <a:xfrm>
              <a:off x="2053195" y="4475310"/>
              <a:ext cx="1634971" cy="1600628"/>
              <a:chOff x="8891113" y="535981"/>
              <a:chExt cx="2651760" cy="2074835"/>
            </a:xfrm>
          </p:grpSpPr>
          <p:sp>
            <p:nvSpPr>
              <p:cNvPr id="4" name="Shape 24">
                <a:extLst>
                  <a:ext uri="{FF2B5EF4-FFF2-40B4-BE49-F238E27FC236}">
                    <a16:creationId xmlns:a16="http://schemas.microsoft.com/office/drawing/2014/main" id="{44F81856-244A-1169-2E03-A74EA74B6EE6}"/>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000">
                  <a:latin typeface="Arial" panose="020B0604020202020204" pitchFamily="34" charset="0"/>
                  <a:cs typeface="Arial" panose="020B0604020202020204" pitchFamily="34" charset="0"/>
                </a:endParaRPr>
              </a:p>
            </p:txBody>
          </p:sp>
          <p:sp>
            <p:nvSpPr>
              <p:cNvPr id="5" name="Text 25">
                <a:extLst>
                  <a:ext uri="{FF2B5EF4-FFF2-40B4-BE49-F238E27FC236}">
                    <a16:creationId xmlns:a16="http://schemas.microsoft.com/office/drawing/2014/main" id="{53FB6627-6A56-CC6C-9CEA-03DF106F9C66}"/>
                  </a:ext>
                </a:extLst>
              </p:cNvPr>
              <p:cNvSpPr/>
              <p:nvPr/>
            </p:nvSpPr>
            <p:spPr>
              <a:xfrm>
                <a:off x="8891113" y="1306598"/>
                <a:ext cx="2651760" cy="502920"/>
              </a:xfrm>
              <a:prstGeom prst="rect">
                <a:avLst/>
              </a:prstGeom>
              <a:noFill/>
              <a:ln/>
            </p:spPr>
            <p:txBody>
              <a:bodyPr wrap="square" lIns="0" tIns="0" rIns="0" bIns="0" rtlCol="0" anchor="ctr"/>
              <a:lstStyle/>
              <a:p>
                <a:pPr marL="0" indent="0" algn="ctr">
                  <a:buNone/>
                </a:pPr>
                <a:r>
                  <a:rPr lang="en-US" sz="2000" b="1">
                    <a:latin typeface="Arial" panose="020B0604020202020204" pitchFamily="34" charset="0"/>
                    <a:ea typeface="Cambria" pitchFamily="34" charset="-122"/>
                    <a:cs typeface="Arial" panose="020B0604020202020204" pitchFamily="34" charset="0"/>
                  </a:rPr>
                  <a:t>25 Matter </a:t>
                </a:r>
              </a:p>
              <a:p>
                <a:pPr marL="0" indent="0" algn="ctr">
                  <a:buNone/>
                </a:pPr>
                <a:r>
                  <a:rPr lang="en-US" sz="2000" b="1">
                    <a:latin typeface="Arial" panose="020B0604020202020204" pitchFamily="34" charset="0"/>
                    <a:ea typeface="Cambria" pitchFamily="34" charset="-122"/>
                    <a:cs typeface="Arial" panose="020B0604020202020204" pitchFamily="34" charset="0"/>
                  </a:rPr>
                  <a:t>Devices</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marL="0" indent="0" algn="ctr">
                  <a:buNone/>
                </a:pPr>
                <a:r>
                  <a:rPr lang="en-US" sz="1600" b="1">
                    <a:latin typeface="Arial" panose="020B0604020202020204" pitchFamily="34" charset="0"/>
                    <a:ea typeface="Cambria" pitchFamily="34" charset="-122"/>
                    <a:cs typeface="Arial" panose="020B0604020202020204" pitchFamily="34" charset="0"/>
                  </a:rPr>
                  <a:t>Bulbs</a:t>
                </a:r>
              </a:p>
              <a:p>
                <a:pPr marL="0" indent="0" algn="ctr">
                  <a:buNone/>
                </a:pPr>
                <a:r>
                  <a:rPr lang="en-US" sz="1600" b="1">
                    <a:latin typeface="Arial" panose="020B0604020202020204" pitchFamily="34" charset="0"/>
                    <a:ea typeface="Cambria" pitchFamily="34" charset="-122"/>
                    <a:cs typeface="Arial" panose="020B0604020202020204" pitchFamily="34" charset="0"/>
                  </a:rPr>
                  <a:t>LED-strips</a:t>
                </a:r>
              </a:p>
              <a:p>
                <a:pPr marL="0" indent="0" algn="ctr">
                  <a:buNone/>
                </a:pPr>
                <a:r>
                  <a:rPr lang="en-US" sz="1600" b="1">
                    <a:latin typeface="Arial" panose="020B0604020202020204" pitchFamily="34" charset="0"/>
                    <a:ea typeface="Cambria" pitchFamily="34" charset="-122"/>
                    <a:cs typeface="Arial" panose="020B0604020202020204" pitchFamily="34" charset="0"/>
                  </a:rPr>
                  <a:t>Smart-plugs</a:t>
                </a:r>
              </a:p>
              <a:p>
                <a:pPr marL="0" indent="0" algn="ctr">
                  <a:buNone/>
                </a:pPr>
                <a:r>
                  <a:rPr lang="en-US" sz="1600" b="1">
                    <a:latin typeface="Arial" panose="020B0604020202020204" pitchFamily="34" charset="0"/>
                    <a:ea typeface="Cambria" pitchFamily="34" charset="-122"/>
                    <a:cs typeface="Arial" panose="020B0604020202020204" pitchFamily="34" charset="0"/>
                  </a:rPr>
                  <a:t>Bridges</a:t>
                </a:r>
                <a:endParaRPr lang="en-US" sz="2000">
                  <a:latin typeface="Arial" panose="020B0604020202020204" pitchFamily="34" charset="0"/>
                  <a:cs typeface="Arial" panose="020B0604020202020204" pitchFamily="34" charset="0"/>
                </a:endParaRPr>
              </a:p>
            </p:txBody>
          </p:sp>
          <p:sp>
            <p:nvSpPr>
              <p:cNvPr id="6" name="Text 26">
                <a:extLst>
                  <a:ext uri="{FF2B5EF4-FFF2-40B4-BE49-F238E27FC236}">
                    <a16:creationId xmlns:a16="http://schemas.microsoft.com/office/drawing/2014/main" id="{D69A72CF-84A8-E48B-C346-3524DF50F16B}"/>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2000">
                  <a:latin typeface="Arial" panose="020B0604020202020204" pitchFamily="34" charset="0"/>
                  <a:cs typeface="Arial" panose="020B0604020202020204" pitchFamily="34" charset="0"/>
                </a:endParaRPr>
              </a:p>
            </p:txBody>
          </p:sp>
        </p:grpSp>
        <p:sp>
          <p:nvSpPr>
            <p:cNvPr id="11" name="Text 26">
              <a:extLst>
                <a:ext uri="{FF2B5EF4-FFF2-40B4-BE49-F238E27FC236}">
                  <a16:creationId xmlns:a16="http://schemas.microsoft.com/office/drawing/2014/main" id="{6DDAC669-8D5D-1A2B-EFF5-CBDBCFF44AB9}"/>
                </a:ext>
              </a:extLst>
            </p:cNvPr>
            <p:cNvSpPr/>
            <p:nvPr/>
          </p:nvSpPr>
          <p:spPr>
            <a:xfrm>
              <a:off x="4151511" y="5284950"/>
              <a:ext cx="1512649" cy="366814"/>
            </a:xfrm>
            <a:prstGeom prst="rect">
              <a:avLst/>
            </a:prstGeom>
            <a:noFill/>
            <a:ln/>
          </p:spPr>
          <p:txBody>
            <a:bodyPr wrap="square" rtlCol="0" anchor="ctr"/>
            <a:lstStyle/>
            <a:p>
              <a:pPr marL="0" indent="0" algn="ctr">
                <a:buNone/>
              </a:pPr>
              <a:endParaRPr lang="en-US" sz="2000">
                <a:latin typeface="Arial" panose="020B0604020202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DC8A8749-9E89-8E33-5CA0-8879E50A845C}"/>
                </a:ext>
              </a:extLst>
            </p:cNvPr>
            <p:cNvGrpSpPr/>
            <p:nvPr/>
          </p:nvGrpSpPr>
          <p:grpSpPr>
            <a:xfrm>
              <a:off x="5977331" y="4503352"/>
              <a:ext cx="1624697" cy="1572586"/>
              <a:chOff x="8891113" y="596592"/>
              <a:chExt cx="2651760" cy="2038485"/>
            </a:xfrm>
          </p:grpSpPr>
          <p:sp>
            <p:nvSpPr>
              <p:cNvPr id="19" name="Shape 24">
                <a:extLst>
                  <a:ext uri="{FF2B5EF4-FFF2-40B4-BE49-F238E27FC236}">
                    <a16:creationId xmlns:a16="http://schemas.microsoft.com/office/drawing/2014/main" id="{855E9188-4988-2C33-68E1-1FD3811E7D36}"/>
                  </a:ext>
                </a:extLst>
              </p:cNvPr>
              <p:cNvSpPr/>
              <p:nvPr/>
            </p:nvSpPr>
            <p:spPr>
              <a:xfrm>
                <a:off x="8891113" y="596592"/>
                <a:ext cx="2651760" cy="203848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000">
                  <a:latin typeface="Arial" panose="020B0604020202020204" pitchFamily="34" charset="0"/>
                  <a:cs typeface="Arial" panose="020B0604020202020204" pitchFamily="34" charset="0"/>
                </a:endParaRPr>
              </a:p>
            </p:txBody>
          </p:sp>
          <p:sp>
            <p:nvSpPr>
              <p:cNvPr id="20" name="Text 25">
                <a:extLst>
                  <a:ext uri="{FF2B5EF4-FFF2-40B4-BE49-F238E27FC236}">
                    <a16:creationId xmlns:a16="http://schemas.microsoft.com/office/drawing/2014/main" id="{4A801F57-51AC-84D6-7761-0721D12908B8}"/>
                  </a:ext>
                </a:extLst>
              </p:cNvPr>
              <p:cNvSpPr/>
              <p:nvPr/>
            </p:nvSpPr>
            <p:spPr>
              <a:xfrm>
                <a:off x="8891113" y="1306598"/>
                <a:ext cx="2651760" cy="502920"/>
              </a:xfrm>
              <a:prstGeom prst="rect">
                <a:avLst/>
              </a:prstGeom>
              <a:noFill/>
              <a:ln/>
            </p:spPr>
            <p:txBody>
              <a:bodyPr wrap="square" lIns="0" tIns="0" rIns="0" bIns="0" rtlCol="0" anchor="ctr"/>
              <a:lstStyle/>
              <a:p>
                <a:pPr marL="0" indent="0" algn="ctr">
                  <a:buNone/>
                </a:pPr>
                <a:r>
                  <a:rPr lang="en-US" sz="2000" b="1">
                    <a:latin typeface="Arial" panose="020B0604020202020204" pitchFamily="34" charset="0"/>
                    <a:ea typeface="Cambria" pitchFamily="34" charset="-122"/>
                    <a:cs typeface="Arial" panose="020B0604020202020204" pitchFamily="34" charset="0"/>
                  </a:rPr>
                  <a:t>4 Matter Controllers</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marL="0" indent="0" algn="ctr">
                  <a:buNone/>
                </a:pPr>
                <a:r>
                  <a:rPr lang="en-US" sz="1600" b="1">
                    <a:latin typeface="Arial" panose="020B0604020202020204" pitchFamily="34" charset="0"/>
                    <a:ea typeface="Cambria" pitchFamily="34" charset="-122"/>
                    <a:cs typeface="Arial" panose="020B0604020202020204" pitchFamily="34" charset="0"/>
                  </a:rPr>
                  <a:t>Apple </a:t>
                </a:r>
              </a:p>
              <a:p>
                <a:pPr marL="0" indent="0" algn="ctr">
                  <a:buNone/>
                </a:pPr>
                <a:r>
                  <a:rPr lang="en-US" sz="1600" b="1">
                    <a:latin typeface="Arial" panose="020B0604020202020204" pitchFamily="34" charset="0"/>
                    <a:ea typeface="Cambria" pitchFamily="34" charset="-122"/>
                    <a:cs typeface="Arial" panose="020B0604020202020204" pitchFamily="34" charset="0"/>
                  </a:rPr>
                  <a:t>Google</a:t>
                </a:r>
              </a:p>
              <a:p>
                <a:pPr marL="0" indent="0" algn="ctr">
                  <a:buNone/>
                </a:pPr>
                <a:r>
                  <a:rPr lang="en-US" sz="1600" b="1">
                    <a:latin typeface="Arial" panose="020B0604020202020204" pitchFamily="34" charset="0"/>
                    <a:ea typeface="Cambria" pitchFamily="34" charset="-122"/>
                    <a:cs typeface="Arial" panose="020B0604020202020204" pitchFamily="34" charset="0"/>
                  </a:rPr>
                  <a:t>Amazon</a:t>
                </a:r>
              </a:p>
              <a:p>
                <a:pPr marL="0" indent="0" algn="ctr">
                  <a:buNone/>
                </a:pPr>
                <a:r>
                  <a:rPr lang="en-US" sz="1600" b="1" err="1">
                    <a:latin typeface="Arial" panose="020B0604020202020204" pitchFamily="34" charset="0"/>
                    <a:ea typeface="Cambria" pitchFamily="34" charset="-122"/>
                    <a:cs typeface="Arial" panose="020B0604020202020204" pitchFamily="34" charset="0"/>
                  </a:rPr>
                  <a:t>Aerotec</a:t>
                </a:r>
                <a:endParaRPr lang="en-US" sz="1600">
                  <a:latin typeface="Arial" panose="020B0604020202020204" pitchFamily="34" charset="0"/>
                  <a:cs typeface="Arial" panose="020B0604020202020204" pitchFamily="34" charset="0"/>
                </a:endParaRPr>
              </a:p>
            </p:txBody>
          </p:sp>
          <p:sp>
            <p:nvSpPr>
              <p:cNvPr id="21" name="Text 26">
                <a:extLst>
                  <a:ext uri="{FF2B5EF4-FFF2-40B4-BE49-F238E27FC236}">
                    <a16:creationId xmlns:a16="http://schemas.microsoft.com/office/drawing/2014/main" id="{8E97F0D5-16F8-CC5C-6B7D-4E18D0E773AA}"/>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2000">
                  <a:latin typeface="Arial" panose="020B060402020202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46DAD536-8E80-C8A7-F26D-DDBCE1072063}"/>
                </a:ext>
              </a:extLst>
            </p:cNvPr>
            <p:cNvGrpSpPr/>
            <p:nvPr/>
          </p:nvGrpSpPr>
          <p:grpSpPr>
            <a:xfrm>
              <a:off x="7991005" y="4503352"/>
              <a:ext cx="1624697" cy="1590125"/>
              <a:chOff x="8891113" y="642284"/>
              <a:chExt cx="2651760" cy="2061219"/>
            </a:xfrm>
          </p:grpSpPr>
          <p:sp>
            <p:nvSpPr>
              <p:cNvPr id="23" name="Shape 24">
                <a:extLst>
                  <a:ext uri="{FF2B5EF4-FFF2-40B4-BE49-F238E27FC236}">
                    <a16:creationId xmlns:a16="http://schemas.microsoft.com/office/drawing/2014/main" id="{F012C10C-55F5-5ABD-1A57-A74D923C16E2}"/>
                  </a:ext>
                </a:extLst>
              </p:cNvPr>
              <p:cNvSpPr/>
              <p:nvPr/>
            </p:nvSpPr>
            <p:spPr>
              <a:xfrm>
                <a:off x="8891113" y="642284"/>
                <a:ext cx="2651760" cy="2061219"/>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000">
                  <a:latin typeface="Arial" panose="020B0604020202020204" pitchFamily="34" charset="0"/>
                  <a:cs typeface="Arial" panose="020B0604020202020204" pitchFamily="34" charset="0"/>
                </a:endParaRPr>
              </a:p>
            </p:txBody>
          </p:sp>
          <p:sp>
            <p:nvSpPr>
              <p:cNvPr id="24" name="Text 25">
                <a:extLst>
                  <a:ext uri="{FF2B5EF4-FFF2-40B4-BE49-F238E27FC236}">
                    <a16:creationId xmlns:a16="http://schemas.microsoft.com/office/drawing/2014/main" id="{D73877EF-4520-1205-DD01-330FED30FC47}"/>
                  </a:ext>
                </a:extLst>
              </p:cNvPr>
              <p:cNvSpPr/>
              <p:nvPr/>
            </p:nvSpPr>
            <p:spPr>
              <a:xfrm>
                <a:off x="8891113" y="1414524"/>
                <a:ext cx="2651760" cy="502920"/>
              </a:xfrm>
              <a:prstGeom prst="rect">
                <a:avLst/>
              </a:prstGeom>
              <a:noFill/>
              <a:ln/>
            </p:spPr>
            <p:txBody>
              <a:bodyPr wrap="square" lIns="0" tIns="0" rIns="0" bIns="0" rtlCol="0" anchor="ctr"/>
              <a:lstStyle/>
              <a:p>
                <a:pPr marL="0" indent="0" algn="ctr">
                  <a:buNone/>
                </a:pPr>
                <a:r>
                  <a:rPr lang="en-US" sz="2000" b="1">
                    <a:latin typeface="Arial" panose="020B0604020202020204" pitchFamily="34" charset="0"/>
                    <a:ea typeface="Cambria" pitchFamily="34" charset="-122"/>
                    <a:cs typeface="Arial" panose="020B0604020202020204" pitchFamily="34" charset="0"/>
                  </a:rPr>
                  <a:t>Smartphones </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marL="0" indent="0" algn="ctr">
                  <a:buNone/>
                </a:pPr>
                <a:r>
                  <a:rPr lang="en-US" sz="1600" b="1" err="1">
                    <a:latin typeface="Arial" panose="020B0604020202020204" pitchFamily="34" charset="0"/>
                    <a:ea typeface="Cambria" pitchFamily="34" charset="-122"/>
                    <a:cs typeface="Arial" panose="020B0604020202020204" pitchFamily="34" charset="0"/>
                  </a:rPr>
                  <a:t>BluetoothLE</a:t>
                </a:r>
                <a:r>
                  <a:rPr lang="en-US" sz="1600" b="1">
                    <a:latin typeface="Arial" panose="020B0604020202020204" pitchFamily="34" charset="0"/>
                    <a:ea typeface="Cambria" pitchFamily="34" charset="-122"/>
                    <a:cs typeface="Arial" panose="020B0604020202020204" pitchFamily="34" charset="0"/>
                  </a:rPr>
                  <a:t> commissioning</a:t>
                </a:r>
              </a:p>
              <a:p>
                <a:pPr marL="0" indent="0" algn="ctr">
                  <a:buNone/>
                </a:pPr>
                <a:r>
                  <a:rPr lang="en-US" sz="1600" b="1">
                    <a:latin typeface="Arial" panose="020B0604020202020204" pitchFamily="34" charset="0"/>
                    <a:ea typeface="Cambria" pitchFamily="34" charset="-122"/>
                    <a:cs typeface="Arial" panose="020B0604020202020204" pitchFamily="34" charset="0"/>
                  </a:rPr>
                  <a:t>Apple</a:t>
                </a:r>
              </a:p>
              <a:p>
                <a:pPr marL="0" indent="0" algn="ctr">
                  <a:buNone/>
                </a:pPr>
                <a:r>
                  <a:rPr lang="en-US" sz="1600" b="1">
                    <a:latin typeface="Arial" panose="020B0604020202020204" pitchFamily="34" charset="0"/>
                    <a:ea typeface="Cambria" pitchFamily="34" charset="-122"/>
                    <a:cs typeface="Arial" panose="020B0604020202020204" pitchFamily="34" charset="0"/>
                  </a:rPr>
                  <a:t> Android</a:t>
                </a:r>
                <a:endParaRPr lang="en-US" sz="1600">
                  <a:latin typeface="Arial" panose="020B0604020202020204" pitchFamily="34" charset="0"/>
                  <a:cs typeface="Arial" panose="020B0604020202020204" pitchFamily="34" charset="0"/>
                </a:endParaRPr>
              </a:p>
            </p:txBody>
          </p:sp>
          <p:sp>
            <p:nvSpPr>
              <p:cNvPr id="25" name="Text 26">
                <a:extLst>
                  <a:ext uri="{FF2B5EF4-FFF2-40B4-BE49-F238E27FC236}">
                    <a16:creationId xmlns:a16="http://schemas.microsoft.com/office/drawing/2014/main" id="{1A0BDE8A-152C-2FF0-60A5-BC371FEA5C64}"/>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2000">
                  <a:latin typeface="Arial" panose="020B0604020202020204" pitchFamily="34" charset="0"/>
                  <a:cs typeface="Arial" panose="020B0604020202020204" pitchFamily="34" charset="0"/>
                </a:endParaRPr>
              </a:p>
            </p:txBody>
          </p:sp>
        </p:grpSp>
        <p:grpSp>
          <p:nvGrpSpPr>
            <p:cNvPr id="40" name="Group 39">
              <a:extLst>
                <a:ext uri="{FF2B5EF4-FFF2-40B4-BE49-F238E27FC236}">
                  <a16:creationId xmlns:a16="http://schemas.microsoft.com/office/drawing/2014/main" id="{CA54DA2C-AF09-11B9-2B28-74BF150CD343}"/>
                </a:ext>
              </a:extLst>
            </p:cNvPr>
            <p:cNvGrpSpPr/>
            <p:nvPr/>
          </p:nvGrpSpPr>
          <p:grpSpPr>
            <a:xfrm>
              <a:off x="3944958" y="4503352"/>
              <a:ext cx="1643396" cy="1600628"/>
              <a:chOff x="8877448" y="535981"/>
              <a:chExt cx="2665425" cy="2074835"/>
            </a:xfrm>
          </p:grpSpPr>
          <p:sp>
            <p:nvSpPr>
              <p:cNvPr id="41" name="Shape 24">
                <a:extLst>
                  <a:ext uri="{FF2B5EF4-FFF2-40B4-BE49-F238E27FC236}">
                    <a16:creationId xmlns:a16="http://schemas.microsoft.com/office/drawing/2014/main" id="{0EE733EA-CDAE-2645-28CE-C519F752D2C1}"/>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000">
                  <a:latin typeface="Arial" panose="020B0604020202020204" pitchFamily="34" charset="0"/>
                  <a:cs typeface="Arial" panose="020B0604020202020204" pitchFamily="34" charset="0"/>
                </a:endParaRPr>
              </a:p>
            </p:txBody>
          </p:sp>
          <p:sp>
            <p:nvSpPr>
              <p:cNvPr id="42" name="Text 25">
                <a:extLst>
                  <a:ext uri="{FF2B5EF4-FFF2-40B4-BE49-F238E27FC236}">
                    <a16:creationId xmlns:a16="http://schemas.microsoft.com/office/drawing/2014/main" id="{94056EF5-31F5-105E-2F7B-E3837C9176A5}"/>
                  </a:ext>
                </a:extLst>
              </p:cNvPr>
              <p:cNvSpPr/>
              <p:nvPr/>
            </p:nvSpPr>
            <p:spPr>
              <a:xfrm>
                <a:off x="8877448" y="1193158"/>
                <a:ext cx="2651760" cy="475487"/>
              </a:xfrm>
              <a:prstGeom prst="rect">
                <a:avLst/>
              </a:prstGeom>
              <a:noFill/>
              <a:ln/>
            </p:spPr>
            <p:txBody>
              <a:bodyPr wrap="square" lIns="0" tIns="0" rIns="0" bIns="0" rtlCol="0" anchor="ctr"/>
              <a:lstStyle/>
              <a:p>
                <a:pPr algn="ctr"/>
                <a:r>
                  <a:rPr lang="en-US" sz="2000" b="1">
                    <a:latin typeface="Arial" panose="020B0604020202020204" pitchFamily="34" charset="0"/>
                    <a:ea typeface="Cambria" pitchFamily="34" charset="-122"/>
                    <a:cs typeface="Arial" panose="020B0604020202020204" pitchFamily="34" charset="0"/>
                  </a:rPr>
                  <a:t>14 Legacy non-Matter devices</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marL="0" indent="0" algn="ctr">
                  <a:buNone/>
                </a:pPr>
                <a:r>
                  <a:rPr lang="en-US" sz="1600" b="1">
                    <a:latin typeface="Arial" panose="020B0604020202020204" pitchFamily="34" charset="0"/>
                    <a:ea typeface="Cambria" pitchFamily="34" charset="-122"/>
                    <a:cs typeface="Arial" panose="020B0604020202020204" pitchFamily="34" charset="0"/>
                  </a:rPr>
                  <a:t>Bulbs</a:t>
                </a:r>
              </a:p>
              <a:p>
                <a:pPr marL="0" indent="0" algn="ctr">
                  <a:buNone/>
                </a:pPr>
                <a:r>
                  <a:rPr lang="en-US" sz="1600" b="1">
                    <a:latin typeface="Arial" panose="020B0604020202020204" pitchFamily="34" charset="0"/>
                    <a:ea typeface="Cambria" pitchFamily="34" charset="-122"/>
                    <a:cs typeface="Arial" panose="020B0604020202020204" pitchFamily="34" charset="0"/>
                  </a:rPr>
                  <a:t>LED-strips</a:t>
                </a:r>
              </a:p>
              <a:p>
                <a:pPr marL="0" indent="0" algn="ctr">
                  <a:buNone/>
                </a:pPr>
                <a:r>
                  <a:rPr lang="en-US" sz="1600" b="1">
                    <a:latin typeface="Arial" panose="020B0604020202020204" pitchFamily="34" charset="0"/>
                    <a:ea typeface="Cambria" pitchFamily="34" charset="-122"/>
                    <a:cs typeface="Arial" panose="020B0604020202020204" pitchFamily="34" charset="0"/>
                  </a:rPr>
                  <a:t>Smart-plugs</a:t>
                </a:r>
                <a:endParaRPr lang="en-US" sz="1600">
                  <a:latin typeface="Arial" panose="020B0604020202020204" pitchFamily="34" charset="0"/>
                  <a:cs typeface="Arial" panose="020B0604020202020204" pitchFamily="34" charset="0"/>
                </a:endParaRPr>
              </a:p>
            </p:txBody>
          </p:sp>
          <p:sp>
            <p:nvSpPr>
              <p:cNvPr id="43" name="Text 26">
                <a:extLst>
                  <a:ext uri="{FF2B5EF4-FFF2-40B4-BE49-F238E27FC236}">
                    <a16:creationId xmlns:a16="http://schemas.microsoft.com/office/drawing/2014/main" id="{5D224A53-9DC9-2FEF-FA96-BBC3E04875EC}"/>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2000">
                  <a:latin typeface="Arial" panose="020B0604020202020204" pitchFamily="34" charset="0"/>
                  <a:cs typeface="Arial" panose="020B0604020202020204" pitchFamily="34" charset="0"/>
                </a:endParaRPr>
              </a:p>
            </p:txBody>
          </p:sp>
        </p:grpSp>
      </p:grpSp>
      <p:sp>
        <p:nvSpPr>
          <p:cNvPr id="45" name="TextBox 44">
            <a:extLst>
              <a:ext uri="{FF2B5EF4-FFF2-40B4-BE49-F238E27FC236}">
                <a16:creationId xmlns:a16="http://schemas.microsoft.com/office/drawing/2014/main" id="{259153DE-61AA-C39B-34CD-E72794DD123C}"/>
              </a:ext>
            </a:extLst>
          </p:cNvPr>
          <p:cNvSpPr txBox="1"/>
          <p:nvPr/>
        </p:nvSpPr>
        <p:spPr>
          <a:xfrm>
            <a:off x="103032" y="78512"/>
            <a:ext cx="1801519" cy="400110"/>
          </a:xfrm>
          <a:prstGeom prst="rect">
            <a:avLst/>
          </a:prstGeom>
          <a:noFill/>
        </p:spPr>
        <p:txBody>
          <a:bodyPr wrap="square">
            <a:spAutoFit/>
          </a:bodyPr>
          <a:lstStyle/>
          <a:p>
            <a:r>
              <a:rPr lang="en-US" sz="2000" b="1">
                <a:solidFill>
                  <a:schemeClr val="bg1"/>
                </a:solidFill>
                <a:latin typeface="Arial" panose="020B0604020202020204" pitchFamily="34" charset="0"/>
                <a:cs typeface="Arial" panose="020B0604020202020204" pitchFamily="34" charset="0"/>
              </a:rPr>
              <a:t>Testbeds</a:t>
            </a:r>
          </a:p>
        </p:txBody>
      </p:sp>
    </p:spTree>
    <p:extLst>
      <p:ext uri="{BB962C8B-B14F-4D97-AF65-F5344CB8AC3E}">
        <p14:creationId xmlns:p14="http://schemas.microsoft.com/office/powerpoint/2010/main" val="272677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2CC57-4929-E046-FE56-55279FEB4F85}"/>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AAA51692-79BE-79A7-B529-EDE0544CC051}"/>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7F5F7E21-F4F9-F98E-F19D-482737EB5396}"/>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7B196D18-B4DA-1DD5-BA81-6DD78F89D0A7}"/>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1A388D4A-2118-A018-8D5E-B74C49FD11BC}"/>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25134210-A17E-E988-4E25-7339993942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203E353B-5EE3-DAEB-9371-6612E92E2F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2237524D-1B72-05F5-7002-9D647CD4D950}"/>
              </a:ext>
            </a:extLst>
          </p:cNvPr>
          <p:cNvSpPr>
            <a:spLocks noGrp="1"/>
          </p:cNvSpPr>
          <p:nvPr>
            <p:ph type="sldNum" sz="quarter" idx="12"/>
          </p:nvPr>
        </p:nvSpPr>
        <p:spPr/>
        <p:txBody>
          <a:bodyPr/>
          <a:lstStyle/>
          <a:p>
            <a:fld id="{F8B2AEEB-57C9-4BA6-8192-32186CDF2FF3}" type="slidenum">
              <a:rPr lang="en-US" smtClean="0"/>
              <a:t>6</a:t>
            </a:fld>
            <a:endParaRPr lang="en-US"/>
          </a:p>
        </p:txBody>
      </p:sp>
      <p:sp>
        <p:nvSpPr>
          <p:cNvPr id="4" name="TextBox 3">
            <a:extLst>
              <a:ext uri="{FF2B5EF4-FFF2-40B4-BE49-F238E27FC236}">
                <a16:creationId xmlns:a16="http://schemas.microsoft.com/office/drawing/2014/main" id="{D0D96858-D0C5-12F8-7CE9-E1F3828F2E7A}"/>
              </a:ext>
            </a:extLst>
          </p:cNvPr>
          <p:cNvSpPr txBox="1"/>
          <p:nvPr/>
        </p:nvSpPr>
        <p:spPr>
          <a:xfrm>
            <a:off x="163314" y="95220"/>
            <a:ext cx="6102350" cy="400110"/>
          </a:xfrm>
          <a:prstGeom prst="rect">
            <a:avLst/>
          </a:prstGeom>
          <a:noFill/>
        </p:spPr>
        <p:txBody>
          <a:bodyPr wrap="square" lIns="91440" tIns="45720" rIns="91440" bIns="45720" anchor="t">
            <a:spAutoFit/>
          </a:bodyPr>
          <a:lstStyle/>
          <a:p>
            <a:r>
              <a:rPr lang="en-US" sz="2000" b="1">
                <a:solidFill>
                  <a:schemeClr val="bg1"/>
                </a:solidFill>
                <a:latin typeface="Arial" panose="020B0604020202020204" pitchFamily="34" charset="0"/>
                <a:cs typeface="Arial" panose="020B0604020202020204" pitchFamily="34" charset="0"/>
              </a:rPr>
              <a:t>Methodology RQ1</a:t>
            </a:r>
          </a:p>
        </p:txBody>
      </p:sp>
      <p:sp>
        <p:nvSpPr>
          <p:cNvPr id="6" name="TextBox 5">
            <a:extLst>
              <a:ext uri="{FF2B5EF4-FFF2-40B4-BE49-F238E27FC236}">
                <a16:creationId xmlns:a16="http://schemas.microsoft.com/office/drawing/2014/main" id="{C0E35848-D0E7-4DAD-B8F2-DF1E2FFFC7CD}"/>
              </a:ext>
            </a:extLst>
          </p:cNvPr>
          <p:cNvSpPr txBox="1"/>
          <p:nvPr/>
        </p:nvSpPr>
        <p:spPr>
          <a:xfrm>
            <a:off x="786846" y="889009"/>
            <a:ext cx="10396161" cy="830997"/>
          </a:xfrm>
          <a:prstGeom prst="rect">
            <a:avLst/>
          </a:prstGeom>
          <a:noFill/>
        </p:spPr>
        <p:txBody>
          <a:bodyPr wrap="square" lIns="91440" tIns="45720" rIns="91440" bIns="45720" anchor="t">
            <a:spAutoFit/>
          </a:bodyPr>
          <a:lstStyle/>
          <a:p>
            <a:endParaRPr lang="en-US" sz="2400"/>
          </a:p>
          <a:p>
            <a:endParaRPr lang="en-US" sz="2400"/>
          </a:p>
        </p:txBody>
      </p:sp>
      <p:sp>
        <p:nvSpPr>
          <p:cNvPr id="5" name="TextBox 4">
            <a:extLst>
              <a:ext uri="{FF2B5EF4-FFF2-40B4-BE49-F238E27FC236}">
                <a16:creationId xmlns:a16="http://schemas.microsoft.com/office/drawing/2014/main" id="{AEA767B5-70AA-67DF-00C3-383D2877BC88}"/>
              </a:ext>
            </a:extLst>
          </p:cNvPr>
          <p:cNvSpPr txBox="1"/>
          <p:nvPr/>
        </p:nvSpPr>
        <p:spPr>
          <a:xfrm>
            <a:off x="312884" y="1834512"/>
            <a:ext cx="11566231" cy="3046988"/>
          </a:xfrm>
          <a:prstGeom prst="rect">
            <a:avLst/>
          </a:prstGeom>
          <a:noFill/>
        </p:spPr>
        <p:txBody>
          <a:bodyPr wrap="square">
            <a:spAutoFit/>
          </a:bodyPr>
          <a:lstStyle/>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Factory-reset all 25 Matter + 14 legacy devices before testing. </a:t>
            </a:r>
          </a:p>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Captured BLE commissioning traffic using a Nordic </a:t>
            </a:r>
            <a:r>
              <a:rPr lang="en-US" sz="2400" err="1">
                <a:latin typeface="Arial" panose="020B0604020202020204" pitchFamily="34" charset="0"/>
                <a:cs typeface="Arial" panose="020B0604020202020204" pitchFamily="34" charset="0"/>
              </a:rPr>
              <a:t>nRF</a:t>
            </a:r>
            <a:r>
              <a:rPr lang="en-US" sz="2400">
                <a:latin typeface="Arial" panose="020B0604020202020204" pitchFamily="34" charset="0"/>
                <a:cs typeface="Arial" panose="020B0604020202020204" pitchFamily="34" charset="0"/>
              </a:rPr>
              <a:t> Sniffer. </a:t>
            </a:r>
          </a:p>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Commissioned Matter devices using QR codes or 11-digit PINs across Apple, Google, Amazon, and </a:t>
            </a:r>
            <a:r>
              <a:rPr lang="en-US" sz="2400" err="1">
                <a:latin typeface="Arial" panose="020B0604020202020204" pitchFamily="34" charset="0"/>
                <a:cs typeface="Arial" panose="020B0604020202020204" pitchFamily="34" charset="0"/>
              </a:rPr>
              <a:t>Aeotec</a:t>
            </a:r>
            <a:r>
              <a:rPr lang="en-US" sz="2400">
                <a:latin typeface="Arial" panose="020B0604020202020204" pitchFamily="34" charset="0"/>
                <a:cs typeface="Arial" panose="020B0604020202020204" pitchFamily="34" charset="0"/>
              </a:rPr>
              <a:t> ecosystems. </a:t>
            </a:r>
          </a:p>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Commissioned legacy devices using manufacturer applications. </a:t>
            </a:r>
          </a:p>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Captured Wi-Fi traffic during boot, idle, and active interaction - isolated networks. </a:t>
            </a:r>
          </a:p>
          <a:p>
            <a:pPr marL="285750" indent="-285750">
              <a:buFont typeface="Arial" panose="020B0604020202020204" pitchFamily="34" charset="0"/>
              <a:buChar char="•"/>
            </a:pPr>
            <a:r>
              <a:rPr lang="en-US" sz="2400">
                <a:latin typeface="Arial" panose="020B0604020202020204" pitchFamily="34" charset="0"/>
                <a:cs typeface="Arial" panose="020B0604020202020204" pitchFamily="34" charset="0"/>
              </a:rPr>
              <a:t>Analyzed traffic in Wireshark, examining unicast, multicast service discovery, and IPv6 addressing.</a:t>
            </a:r>
          </a:p>
        </p:txBody>
      </p:sp>
    </p:spTree>
    <p:extLst>
      <p:ext uri="{BB962C8B-B14F-4D97-AF65-F5344CB8AC3E}">
        <p14:creationId xmlns:p14="http://schemas.microsoft.com/office/powerpoint/2010/main" val="2809188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3AEB7-07F3-6D0B-7C84-8D39809664F4}"/>
            </a:ext>
          </a:extLst>
        </p:cNvPr>
        <p:cNvGrpSpPr/>
        <p:nvPr/>
      </p:nvGrpSpPr>
      <p:grpSpPr>
        <a:xfrm>
          <a:off x="0" y="0"/>
          <a:ext cx="0" cy="0"/>
          <a:chOff x="0" y="0"/>
          <a:chExt cx="0" cy="0"/>
        </a:xfrm>
      </p:grpSpPr>
      <p:sp>
        <p:nvSpPr>
          <p:cNvPr id="24" name="Shape 83">
            <a:extLst>
              <a:ext uri="{FF2B5EF4-FFF2-40B4-BE49-F238E27FC236}">
                <a16:creationId xmlns:a16="http://schemas.microsoft.com/office/drawing/2014/main" id="{306F85CE-4AA2-9896-043D-4255146DBF45}"/>
              </a:ext>
            </a:extLst>
          </p:cNvPr>
          <p:cNvSpPr/>
          <p:nvPr/>
        </p:nvSpPr>
        <p:spPr>
          <a:xfrm>
            <a:off x="6568513" y="931077"/>
            <a:ext cx="5438628" cy="2836931"/>
          </a:xfrm>
          <a:prstGeom prst="roundRect">
            <a:avLst>
              <a:gd name="adj" fmla="val 6667"/>
            </a:avLst>
          </a:prstGeom>
          <a:solidFill>
            <a:srgbClr val="F0FA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0" name="Shape 83">
            <a:extLst>
              <a:ext uri="{FF2B5EF4-FFF2-40B4-BE49-F238E27FC236}">
                <a16:creationId xmlns:a16="http://schemas.microsoft.com/office/drawing/2014/main" id="{2B4F6255-F243-7C29-DD60-9717C02DBC85}"/>
              </a:ext>
            </a:extLst>
          </p:cNvPr>
          <p:cNvSpPr/>
          <p:nvPr/>
        </p:nvSpPr>
        <p:spPr>
          <a:xfrm>
            <a:off x="6546965" y="4057493"/>
            <a:ext cx="5438628" cy="1116935"/>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2C1EEF59-6666-2BB7-CECF-FC5FD79F2791}"/>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r>
              <a:rPr lang="en-US" sz="2800" b="1">
                <a:solidFill>
                  <a:schemeClr val="bg1"/>
                </a:solidFill>
              </a:rPr>
              <a:t>     </a:t>
            </a:r>
            <a:r>
              <a:rPr lang="en-US" sz="2000" b="1">
                <a:solidFill>
                  <a:srgbClr val="FFFFFF"/>
                </a:solidFill>
                <a:latin typeface="Arial" panose="020B0604020202020204" pitchFamily="34" charset="0"/>
                <a:ea typeface="Aptos" pitchFamily="34" charset="-122"/>
                <a:cs typeface="Arial" panose="020B0604020202020204" pitchFamily="34" charset="0"/>
              </a:rPr>
              <a:t>RQ1   Does Matter offer improved security</a:t>
            </a:r>
          </a:p>
          <a:p>
            <a:endParaRPr lang="en-US" sz="2000"/>
          </a:p>
          <a:p>
            <a:r>
              <a:rPr lang="en-US" sz="2000" b="1"/>
              <a:t> </a:t>
            </a: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794EF511-3CED-AEC2-E823-C44F0A314228}"/>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143B301C-A161-D325-87EC-A2B8C4EDAA2D}"/>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213010E0-6E60-D52C-3354-E920514DEE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58C0E82B-5C94-D33F-FA68-2A40B91426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6BA1BDA6-CCC3-6A62-A997-E8D5EFE05907}"/>
              </a:ext>
            </a:extLst>
          </p:cNvPr>
          <p:cNvSpPr>
            <a:spLocks noGrp="1"/>
          </p:cNvSpPr>
          <p:nvPr>
            <p:ph type="sldNum" sz="quarter" idx="12"/>
          </p:nvPr>
        </p:nvSpPr>
        <p:spPr/>
        <p:txBody>
          <a:bodyPr/>
          <a:lstStyle/>
          <a:p>
            <a:fld id="{F8B2AEEB-57C9-4BA6-8192-32186CDF2FF3}" type="slidenum">
              <a:rPr lang="en-US" smtClean="0"/>
              <a:t>7</a:t>
            </a:fld>
            <a:endParaRPr lang="en-US"/>
          </a:p>
        </p:txBody>
      </p:sp>
      <p:sp>
        <p:nvSpPr>
          <p:cNvPr id="3" name="Shape 6">
            <a:extLst>
              <a:ext uri="{FF2B5EF4-FFF2-40B4-BE49-F238E27FC236}">
                <a16:creationId xmlns:a16="http://schemas.microsoft.com/office/drawing/2014/main" id="{C94C1A43-F8B4-8EB3-FFA0-B4F2C51D5303}"/>
              </a:ext>
            </a:extLst>
          </p:cNvPr>
          <p:cNvSpPr/>
          <p:nvPr/>
        </p:nvSpPr>
        <p:spPr>
          <a:xfrm>
            <a:off x="184859" y="919758"/>
            <a:ext cx="1662526" cy="331049"/>
          </a:xfrm>
          <a:prstGeom prst="rect">
            <a:avLst/>
          </a:prstGeom>
          <a:solidFill>
            <a:schemeClr val="tx1"/>
          </a:solidFill>
          <a:ln w="12700">
            <a:solidFill>
              <a:srgbClr val="DDDDDD"/>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 name="Text 7">
            <a:extLst>
              <a:ext uri="{FF2B5EF4-FFF2-40B4-BE49-F238E27FC236}">
                <a16:creationId xmlns:a16="http://schemas.microsoft.com/office/drawing/2014/main" id="{64017A80-B7AE-A77F-23EA-B3EEE8EB831D}"/>
              </a:ext>
            </a:extLst>
          </p:cNvPr>
          <p:cNvSpPr txBox="1"/>
          <p:nvPr/>
        </p:nvSpPr>
        <p:spPr>
          <a:xfrm>
            <a:off x="265188" y="949854"/>
            <a:ext cx="1511387" cy="270859"/>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Aspect</a:t>
            </a:r>
            <a:endParaRPr lang="en-US" sz="1100">
              <a:solidFill>
                <a:prstClr val="black"/>
              </a:solidFill>
              <a:latin typeface="Arial" panose="020B0604020202020204" pitchFamily="34" charset="0"/>
              <a:cs typeface="Arial" panose="020B0604020202020204" pitchFamily="34" charset="0"/>
            </a:endParaRPr>
          </a:p>
        </p:txBody>
      </p:sp>
      <p:sp>
        <p:nvSpPr>
          <p:cNvPr id="6" name="Shape 8">
            <a:extLst>
              <a:ext uri="{FF2B5EF4-FFF2-40B4-BE49-F238E27FC236}">
                <a16:creationId xmlns:a16="http://schemas.microsoft.com/office/drawing/2014/main" id="{FE7146B2-FFA6-6704-47BF-499B32B6420D}"/>
              </a:ext>
            </a:extLst>
          </p:cNvPr>
          <p:cNvSpPr/>
          <p:nvPr/>
        </p:nvSpPr>
        <p:spPr>
          <a:xfrm>
            <a:off x="1699851" y="919758"/>
            <a:ext cx="2342651" cy="331049"/>
          </a:xfrm>
          <a:prstGeom prst="rect">
            <a:avLst/>
          </a:prstGeom>
          <a:solidFill>
            <a:schemeClr val="bg1">
              <a:lumMod val="50000"/>
            </a:schemeClr>
          </a:solidFill>
          <a:ln w="12700">
            <a:solidFill>
              <a:srgbClr val="DDDDDD"/>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8" name="Text 9">
            <a:extLst>
              <a:ext uri="{FF2B5EF4-FFF2-40B4-BE49-F238E27FC236}">
                <a16:creationId xmlns:a16="http://schemas.microsoft.com/office/drawing/2014/main" id="{A9E16D01-01E6-91A4-EBB9-1307FD402982}"/>
              </a:ext>
            </a:extLst>
          </p:cNvPr>
          <p:cNvSpPr txBox="1"/>
          <p:nvPr/>
        </p:nvSpPr>
        <p:spPr>
          <a:xfrm>
            <a:off x="1780181" y="949854"/>
            <a:ext cx="2191512" cy="270859"/>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Non-Matter Devices</a:t>
            </a:r>
            <a:endParaRPr lang="en-US" sz="1100">
              <a:solidFill>
                <a:prstClr val="black"/>
              </a:solidFill>
              <a:latin typeface="Arial" panose="020B0604020202020204" pitchFamily="34" charset="0"/>
              <a:cs typeface="Arial" panose="020B0604020202020204" pitchFamily="34" charset="0"/>
            </a:endParaRPr>
          </a:p>
        </p:txBody>
      </p:sp>
      <p:sp>
        <p:nvSpPr>
          <p:cNvPr id="11" name="Shape 10">
            <a:extLst>
              <a:ext uri="{FF2B5EF4-FFF2-40B4-BE49-F238E27FC236}">
                <a16:creationId xmlns:a16="http://schemas.microsoft.com/office/drawing/2014/main" id="{C7A4F5F3-E0F3-0AAD-26F8-2B36914B7D0A}"/>
              </a:ext>
            </a:extLst>
          </p:cNvPr>
          <p:cNvSpPr/>
          <p:nvPr/>
        </p:nvSpPr>
        <p:spPr>
          <a:xfrm>
            <a:off x="3904488" y="919758"/>
            <a:ext cx="2191512" cy="331049"/>
          </a:xfrm>
          <a:prstGeom prst="rect">
            <a:avLst/>
          </a:prstGeom>
          <a:solidFill>
            <a:srgbClr val="3C9FC2"/>
          </a:solidFill>
          <a:ln w="12700">
            <a:solidFill>
              <a:srgbClr val="DDDDDD"/>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9" name="Text 11">
            <a:extLst>
              <a:ext uri="{FF2B5EF4-FFF2-40B4-BE49-F238E27FC236}">
                <a16:creationId xmlns:a16="http://schemas.microsoft.com/office/drawing/2014/main" id="{7CFCFB38-8CC4-5734-7772-FEAF4BEACAFC}"/>
              </a:ext>
            </a:extLst>
          </p:cNvPr>
          <p:cNvSpPr txBox="1"/>
          <p:nvPr/>
        </p:nvSpPr>
        <p:spPr>
          <a:xfrm>
            <a:off x="3982376" y="949854"/>
            <a:ext cx="2079126" cy="270859"/>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Matter Devices</a:t>
            </a:r>
            <a:endParaRPr lang="en-US" sz="1100">
              <a:solidFill>
                <a:prstClr val="black"/>
              </a:solidFill>
              <a:latin typeface="Arial" panose="020B0604020202020204" pitchFamily="34" charset="0"/>
              <a:cs typeface="Arial" panose="020B0604020202020204" pitchFamily="34" charset="0"/>
            </a:endParaRPr>
          </a:p>
        </p:txBody>
      </p:sp>
      <p:sp>
        <p:nvSpPr>
          <p:cNvPr id="21" name="Shape 12">
            <a:extLst>
              <a:ext uri="{FF2B5EF4-FFF2-40B4-BE49-F238E27FC236}">
                <a16:creationId xmlns:a16="http://schemas.microsoft.com/office/drawing/2014/main" id="{5555B4E4-A1A0-56C5-483E-54859AC08538}"/>
              </a:ext>
            </a:extLst>
          </p:cNvPr>
          <p:cNvSpPr/>
          <p:nvPr/>
        </p:nvSpPr>
        <p:spPr>
          <a:xfrm>
            <a:off x="184859" y="1250807"/>
            <a:ext cx="1662526"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23" name="Text 13">
            <a:extLst>
              <a:ext uri="{FF2B5EF4-FFF2-40B4-BE49-F238E27FC236}">
                <a16:creationId xmlns:a16="http://schemas.microsoft.com/office/drawing/2014/main" id="{4D0607D8-B5FA-0ECD-AE10-1C221EB122E4}"/>
              </a:ext>
            </a:extLst>
          </p:cNvPr>
          <p:cNvSpPr txBox="1"/>
          <p:nvPr/>
        </p:nvSpPr>
        <p:spPr>
          <a:xfrm>
            <a:off x="265188" y="1280903"/>
            <a:ext cx="1511387"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Local Protocol</a:t>
            </a:r>
            <a:endParaRPr lang="en-US" sz="1200">
              <a:latin typeface="Arial" panose="020B0604020202020204" pitchFamily="34" charset="0"/>
              <a:cs typeface="Arial" panose="020B0604020202020204" pitchFamily="34" charset="0"/>
            </a:endParaRPr>
          </a:p>
        </p:txBody>
      </p:sp>
      <p:sp>
        <p:nvSpPr>
          <p:cNvPr id="25" name="Shape 14">
            <a:extLst>
              <a:ext uri="{FF2B5EF4-FFF2-40B4-BE49-F238E27FC236}">
                <a16:creationId xmlns:a16="http://schemas.microsoft.com/office/drawing/2014/main" id="{AA20FEDC-D988-A1A0-7E86-23BD25481A7E}"/>
              </a:ext>
            </a:extLst>
          </p:cNvPr>
          <p:cNvSpPr/>
          <p:nvPr/>
        </p:nvSpPr>
        <p:spPr>
          <a:xfrm>
            <a:off x="1699851" y="1250807"/>
            <a:ext cx="2342651"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27" name="Text 15">
            <a:extLst>
              <a:ext uri="{FF2B5EF4-FFF2-40B4-BE49-F238E27FC236}">
                <a16:creationId xmlns:a16="http://schemas.microsoft.com/office/drawing/2014/main" id="{A61B44A5-79A1-83F7-7292-5BD16453AE1A}"/>
              </a:ext>
            </a:extLst>
          </p:cNvPr>
          <p:cNvSpPr txBox="1"/>
          <p:nvPr/>
        </p:nvSpPr>
        <p:spPr>
          <a:xfrm>
            <a:off x="1780181" y="1280903"/>
            <a:ext cx="2191512" cy="316002"/>
          </a:xfrm>
          <a:prstGeom prst="rect">
            <a:avLst/>
          </a:prstGeom>
          <a:noFill/>
          <a:ln/>
        </p:spPr>
        <p:txBody>
          <a:bodyPr wrap="square" lIns="0" tIns="0" rIns="0" bIns="0" rtlCol="0" anchor="ctr"/>
          <a:lstStyle/>
          <a:p>
            <a:pPr rtl="0"/>
            <a:r>
              <a:rPr lang="en-US" sz="1200" b="1">
                <a:solidFill>
                  <a:srgbClr val="C00000"/>
                </a:solidFill>
                <a:latin typeface="Arial" panose="020B0604020202020204" pitchFamily="34" charset="0"/>
                <a:ea typeface="Aptos" pitchFamily="34" charset="-122"/>
                <a:cs typeface="Arial" panose="020B0604020202020204" pitchFamily="34" charset="0"/>
              </a:rPr>
              <a:t>Varies - often proprietary</a:t>
            </a:r>
            <a:endParaRPr lang="en-US" sz="1200" b="1">
              <a:solidFill>
                <a:srgbClr val="C00000"/>
              </a:solidFill>
              <a:latin typeface="Arial" panose="020B0604020202020204" pitchFamily="34" charset="0"/>
              <a:cs typeface="Arial" panose="020B0604020202020204" pitchFamily="34" charset="0"/>
            </a:endParaRPr>
          </a:p>
        </p:txBody>
      </p:sp>
      <p:sp>
        <p:nvSpPr>
          <p:cNvPr id="29" name="Shape 16">
            <a:extLst>
              <a:ext uri="{FF2B5EF4-FFF2-40B4-BE49-F238E27FC236}">
                <a16:creationId xmlns:a16="http://schemas.microsoft.com/office/drawing/2014/main" id="{597FE602-65B4-AF09-69D7-B4687F5F08F2}"/>
              </a:ext>
            </a:extLst>
          </p:cNvPr>
          <p:cNvSpPr/>
          <p:nvPr/>
        </p:nvSpPr>
        <p:spPr>
          <a:xfrm>
            <a:off x="3904488" y="1250807"/>
            <a:ext cx="2191512"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31" name="Text 17">
            <a:extLst>
              <a:ext uri="{FF2B5EF4-FFF2-40B4-BE49-F238E27FC236}">
                <a16:creationId xmlns:a16="http://schemas.microsoft.com/office/drawing/2014/main" id="{6CDD72AA-20DE-0BF4-7546-583BEAD75D94}"/>
              </a:ext>
            </a:extLst>
          </p:cNvPr>
          <p:cNvSpPr txBox="1"/>
          <p:nvPr/>
        </p:nvSpPr>
        <p:spPr>
          <a:xfrm>
            <a:off x="3982376" y="1280903"/>
            <a:ext cx="2079126"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Matter port 5540   UDP/TCP </a:t>
            </a:r>
            <a:endParaRPr lang="en-US" sz="1200">
              <a:latin typeface="Arial" panose="020B0604020202020204" pitchFamily="34" charset="0"/>
              <a:cs typeface="Arial" panose="020B0604020202020204" pitchFamily="34" charset="0"/>
            </a:endParaRPr>
          </a:p>
        </p:txBody>
      </p:sp>
      <p:sp>
        <p:nvSpPr>
          <p:cNvPr id="33" name="Shape 18">
            <a:extLst>
              <a:ext uri="{FF2B5EF4-FFF2-40B4-BE49-F238E27FC236}">
                <a16:creationId xmlns:a16="http://schemas.microsoft.com/office/drawing/2014/main" id="{9465E732-09BC-42D0-8194-0F4465FB588B}"/>
              </a:ext>
            </a:extLst>
          </p:cNvPr>
          <p:cNvSpPr/>
          <p:nvPr/>
        </p:nvSpPr>
        <p:spPr>
          <a:xfrm>
            <a:off x="184859" y="1627001"/>
            <a:ext cx="1662526" cy="541717"/>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35" name="Text 19">
            <a:extLst>
              <a:ext uri="{FF2B5EF4-FFF2-40B4-BE49-F238E27FC236}">
                <a16:creationId xmlns:a16="http://schemas.microsoft.com/office/drawing/2014/main" id="{280301C9-C685-963F-45E6-4114BC8D037A}"/>
              </a:ext>
            </a:extLst>
          </p:cNvPr>
          <p:cNvSpPr txBox="1"/>
          <p:nvPr/>
        </p:nvSpPr>
        <p:spPr>
          <a:xfrm>
            <a:off x="265188" y="1657096"/>
            <a:ext cx="1511387" cy="481527"/>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Encryption</a:t>
            </a:r>
            <a:endParaRPr lang="en-US" sz="1200">
              <a:latin typeface="Arial" panose="020B0604020202020204" pitchFamily="34" charset="0"/>
              <a:cs typeface="Arial" panose="020B0604020202020204" pitchFamily="34" charset="0"/>
            </a:endParaRPr>
          </a:p>
        </p:txBody>
      </p:sp>
      <p:sp>
        <p:nvSpPr>
          <p:cNvPr id="37" name="Shape 20">
            <a:extLst>
              <a:ext uri="{FF2B5EF4-FFF2-40B4-BE49-F238E27FC236}">
                <a16:creationId xmlns:a16="http://schemas.microsoft.com/office/drawing/2014/main" id="{082CD786-362C-1AC3-FFFC-ED71DC8FF060}"/>
              </a:ext>
            </a:extLst>
          </p:cNvPr>
          <p:cNvSpPr/>
          <p:nvPr/>
        </p:nvSpPr>
        <p:spPr>
          <a:xfrm>
            <a:off x="1699851" y="1627001"/>
            <a:ext cx="2342651" cy="541717"/>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39" name="Text 21">
            <a:extLst>
              <a:ext uri="{FF2B5EF4-FFF2-40B4-BE49-F238E27FC236}">
                <a16:creationId xmlns:a16="http://schemas.microsoft.com/office/drawing/2014/main" id="{5F6FD1B3-392E-D4A4-9D48-9CCA94091EEC}"/>
              </a:ext>
            </a:extLst>
          </p:cNvPr>
          <p:cNvSpPr txBox="1"/>
          <p:nvPr/>
        </p:nvSpPr>
        <p:spPr>
          <a:xfrm>
            <a:off x="1780181" y="1657096"/>
            <a:ext cx="2191512" cy="481527"/>
          </a:xfrm>
          <a:prstGeom prst="rect">
            <a:avLst/>
          </a:prstGeom>
          <a:noFill/>
          <a:ln/>
        </p:spPr>
        <p:txBody>
          <a:bodyPr wrap="square" lIns="0" tIns="0" rIns="0" bIns="0" rtlCol="0" anchor="ctr"/>
          <a:lstStyle/>
          <a:p>
            <a:pPr rtl="0"/>
            <a:r>
              <a:rPr lang="en-US" sz="1200" b="1">
                <a:solidFill>
                  <a:srgbClr val="C00000"/>
                </a:solidFill>
                <a:latin typeface="Arial" panose="020B0604020202020204" pitchFamily="34" charset="0"/>
                <a:ea typeface="Aptos" pitchFamily="34" charset="-122"/>
                <a:cs typeface="Arial" panose="020B0604020202020204" pitchFamily="34" charset="0"/>
              </a:rPr>
              <a:t>Varies - often absent</a:t>
            </a:r>
            <a:endParaRPr lang="en-US" sz="1200" b="1">
              <a:solidFill>
                <a:srgbClr val="C00000"/>
              </a:solidFill>
              <a:latin typeface="Arial" panose="020B0604020202020204" pitchFamily="34" charset="0"/>
              <a:cs typeface="Arial" panose="020B0604020202020204" pitchFamily="34" charset="0"/>
            </a:endParaRPr>
          </a:p>
        </p:txBody>
      </p:sp>
      <p:sp>
        <p:nvSpPr>
          <p:cNvPr id="41" name="Shape 22">
            <a:extLst>
              <a:ext uri="{FF2B5EF4-FFF2-40B4-BE49-F238E27FC236}">
                <a16:creationId xmlns:a16="http://schemas.microsoft.com/office/drawing/2014/main" id="{16F93E9E-FC7C-EE41-21BD-EDAD19FB3B52}"/>
              </a:ext>
            </a:extLst>
          </p:cNvPr>
          <p:cNvSpPr/>
          <p:nvPr/>
        </p:nvSpPr>
        <p:spPr>
          <a:xfrm>
            <a:off x="3904488" y="1627001"/>
            <a:ext cx="2191512" cy="541717"/>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43" name="Text 23">
            <a:extLst>
              <a:ext uri="{FF2B5EF4-FFF2-40B4-BE49-F238E27FC236}">
                <a16:creationId xmlns:a16="http://schemas.microsoft.com/office/drawing/2014/main" id="{29ADB0E7-F361-92D4-3DEC-AC485BAA7530}"/>
              </a:ext>
            </a:extLst>
          </p:cNvPr>
          <p:cNvSpPr txBox="1"/>
          <p:nvPr/>
        </p:nvSpPr>
        <p:spPr>
          <a:xfrm>
            <a:off x="3982376" y="1657096"/>
            <a:ext cx="2079126" cy="481527"/>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AES-128-CCM (mandatory)</a:t>
            </a:r>
            <a:endParaRPr lang="en-US" sz="1200">
              <a:latin typeface="Arial" panose="020B0604020202020204" pitchFamily="34" charset="0"/>
              <a:cs typeface="Arial" panose="020B0604020202020204" pitchFamily="34" charset="0"/>
            </a:endParaRPr>
          </a:p>
          <a:p>
            <a:pPr rtl="0"/>
            <a:r>
              <a:rPr lang="en-US" sz="1200">
                <a:latin typeface="Arial" panose="020B0604020202020204" pitchFamily="34" charset="0"/>
                <a:ea typeface="Aptos" pitchFamily="34" charset="-122"/>
                <a:cs typeface="Arial" panose="020B0604020202020204" pitchFamily="34" charset="0"/>
              </a:rPr>
              <a:t>AES-256-CCM (optional)</a:t>
            </a:r>
            <a:endParaRPr lang="en-US" sz="1200">
              <a:latin typeface="Arial" panose="020B0604020202020204" pitchFamily="34" charset="0"/>
              <a:cs typeface="Arial" panose="020B0604020202020204" pitchFamily="34" charset="0"/>
            </a:endParaRPr>
          </a:p>
        </p:txBody>
      </p:sp>
      <p:sp>
        <p:nvSpPr>
          <p:cNvPr id="45" name="Shape 24">
            <a:extLst>
              <a:ext uri="{FF2B5EF4-FFF2-40B4-BE49-F238E27FC236}">
                <a16:creationId xmlns:a16="http://schemas.microsoft.com/office/drawing/2014/main" id="{C78CAD7E-224C-CC69-76DC-D4A0C2E71524}"/>
              </a:ext>
            </a:extLst>
          </p:cNvPr>
          <p:cNvSpPr/>
          <p:nvPr/>
        </p:nvSpPr>
        <p:spPr>
          <a:xfrm>
            <a:off x="184859" y="2168718"/>
            <a:ext cx="1662526"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46" name="Text 25">
            <a:extLst>
              <a:ext uri="{FF2B5EF4-FFF2-40B4-BE49-F238E27FC236}">
                <a16:creationId xmlns:a16="http://schemas.microsoft.com/office/drawing/2014/main" id="{51EE7E45-181F-1751-AAAF-BB207885B48F}"/>
              </a:ext>
            </a:extLst>
          </p:cNvPr>
          <p:cNvSpPr txBox="1"/>
          <p:nvPr/>
        </p:nvSpPr>
        <p:spPr>
          <a:xfrm>
            <a:off x="265188" y="2198814"/>
            <a:ext cx="1511387"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Service Discovery</a:t>
            </a:r>
            <a:endParaRPr lang="en-US" sz="1200">
              <a:latin typeface="Arial" panose="020B0604020202020204" pitchFamily="34" charset="0"/>
              <a:cs typeface="Arial" panose="020B0604020202020204" pitchFamily="34" charset="0"/>
            </a:endParaRPr>
          </a:p>
        </p:txBody>
      </p:sp>
      <p:sp>
        <p:nvSpPr>
          <p:cNvPr id="48" name="Shape 26">
            <a:extLst>
              <a:ext uri="{FF2B5EF4-FFF2-40B4-BE49-F238E27FC236}">
                <a16:creationId xmlns:a16="http://schemas.microsoft.com/office/drawing/2014/main" id="{9DBB1AB1-B2D4-4A1C-3204-AEA8054E8560}"/>
              </a:ext>
            </a:extLst>
          </p:cNvPr>
          <p:cNvSpPr/>
          <p:nvPr/>
        </p:nvSpPr>
        <p:spPr>
          <a:xfrm>
            <a:off x="1699851" y="2168718"/>
            <a:ext cx="2342651"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49" name="Text 27">
            <a:extLst>
              <a:ext uri="{FF2B5EF4-FFF2-40B4-BE49-F238E27FC236}">
                <a16:creationId xmlns:a16="http://schemas.microsoft.com/office/drawing/2014/main" id="{B78D08FD-67EC-2253-4FF0-C81E9DC1B527}"/>
              </a:ext>
            </a:extLst>
          </p:cNvPr>
          <p:cNvSpPr txBox="1"/>
          <p:nvPr/>
        </p:nvSpPr>
        <p:spPr>
          <a:xfrm>
            <a:off x="1780181" y="2198814"/>
            <a:ext cx="2191512" cy="316002"/>
          </a:xfrm>
          <a:prstGeom prst="rect">
            <a:avLst/>
          </a:prstGeom>
          <a:noFill/>
          <a:ln/>
        </p:spPr>
        <p:txBody>
          <a:bodyPr wrap="square" lIns="0" tIns="0" rIns="0" bIns="0" rtlCol="0" anchor="ctr"/>
          <a:lstStyle/>
          <a:p>
            <a:pPr rtl="0"/>
            <a:r>
              <a:rPr lang="en-US" sz="1200" b="1">
                <a:solidFill>
                  <a:srgbClr val="C00000"/>
                </a:solidFill>
                <a:latin typeface="Arial" panose="020B0604020202020204" pitchFamily="34" charset="0"/>
                <a:ea typeface="Aptos" pitchFamily="34" charset="-122"/>
                <a:cs typeface="Arial" panose="020B0604020202020204" pitchFamily="34" charset="0"/>
              </a:rPr>
              <a:t>Various local protocols</a:t>
            </a:r>
            <a:endParaRPr lang="en-US" sz="1200" b="1">
              <a:solidFill>
                <a:srgbClr val="C00000"/>
              </a:solidFill>
              <a:latin typeface="Arial" panose="020B0604020202020204" pitchFamily="34" charset="0"/>
              <a:cs typeface="Arial" panose="020B0604020202020204" pitchFamily="34" charset="0"/>
            </a:endParaRPr>
          </a:p>
        </p:txBody>
      </p:sp>
      <p:sp>
        <p:nvSpPr>
          <p:cNvPr id="50" name="Shape 28">
            <a:extLst>
              <a:ext uri="{FF2B5EF4-FFF2-40B4-BE49-F238E27FC236}">
                <a16:creationId xmlns:a16="http://schemas.microsoft.com/office/drawing/2014/main" id="{7884FECB-B9F3-FC6D-5937-D675B86F4896}"/>
              </a:ext>
            </a:extLst>
          </p:cNvPr>
          <p:cNvSpPr/>
          <p:nvPr/>
        </p:nvSpPr>
        <p:spPr>
          <a:xfrm>
            <a:off x="3904488" y="2168718"/>
            <a:ext cx="2191512"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52" name="Text 29">
            <a:extLst>
              <a:ext uri="{FF2B5EF4-FFF2-40B4-BE49-F238E27FC236}">
                <a16:creationId xmlns:a16="http://schemas.microsoft.com/office/drawing/2014/main" id="{997706E8-0D38-5FDD-38D1-3158A6AB6C1B}"/>
              </a:ext>
            </a:extLst>
          </p:cNvPr>
          <p:cNvSpPr txBox="1"/>
          <p:nvPr/>
        </p:nvSpPr>
        <p:spPr>
          <a:xfrm>
            <a:off x="3982376" y="2198814"/>
            <a:ext cx="2079126"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UDP port 5353 (mDNS)</a:t>
            </a:r>
            <a:endParaRPr lang="en-US" sz="1200">
              <a:latin typeface="Arial" panose="020B0604020202020204" pitchFamily="34" charset="0"/>
              <a:cs typeface="Arial" panose="020B0604020202020204" pitchFamily="34" charset="0"/>
            </a:endParaRPr>
          </a:p>
        </p:txBody>
      </p:sp>
      <p:sp>
        <p:nvSpPr>
          <p:cNvPr id="53" name="Shape 30">
            <a:extLst>
              <a:ext uri="{FF2B5EF4-FFF2-40B4-BE49-F238E27FC236}">
                <a16:creationId xmlns:a16="http://schemas.microsoft.com/office/drawing/2014/main" id="{0A6DC951-DAFB-7763-EC52-AB261068D679}"/>
              </a:ext>
            </a:extLst>
          </p:cNvPr>
          <p:cNvSpPr/>
          <p:nvPr/>
        </p:nvSpPr>
        <p:spPr>
          <a:xfrm>
            <a:off x="184859" y="2544911"/>
            <a:ext cx="1662526" cy="376193"/>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54" name="Text 31">
            <a:extLst>
              <a:ext uri="{FF2B5EF4-FFF2-40B4-BE49-F238E27FC236}">
                <a16:creationId xmlns:a16="http://schemas.microsoft.com/office/drawing/2014/main" id="{BB303C45-ADEB-8911-AD33-A090E222DC49}"/>
              </a:ext>
            </a:extLst>
          </p:cNvPr>
          <p:cNvSpPr txBox="1"/>
          <p:nvPr/>
        </p:nvSpPr>
        <p:spPr>
          <a:xfrm>
            <a:off x="265188" y="2575007"/>
            <a:ext cx="1511387"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Attestation</a:t>
            </a:r>
            <a:endParaRPr lang="en-US" sz="1200">
              <a:latin typeface="Arial" panose="020B0604020202020204" pitchFamily="34" charset="0"/>
              <a:cs typeface="Arial" panose="020B0604020202020204" pitchFamily="34" charset="0"/>
            </a:endParaRPr>
          </a:p>
        </p:txBody>
      </p:sp>
      <p:sp>
        <p:nvSpPr>
          <p:cNvPr id="56" name="Shape 32">
            <a:extLst>
              <a:ext uri="{FF2B5EF4-FFF2-40B4-BE49-F238E27FC236}">
                <a16:creationId xmlns:a16="http://schemas.microsoft.com/office/drawing/2014/main" id="{DE0214C8-C30A-2E9F-FAD5-FBAE226B22A1}"/>
              </a:ext>
            </a:extLst>
          </p:cNvPr>
          <p:cNvSpPr/>
          <p:nvPr/>
        </p:nvSpPr>
        <p:spPr>
          <a:xfrm>
            <a:off x="1699851" y="2544911"/>
            <a:ext cx="2342651" cy="376193"/>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57" name="Text 33">
            <a:extLst>
              <a:ext uri="{FF2B5EF4-FFF2-40B4-BE49-F238E27FC236}">
                <a16:creationId xmlns:a16="http://schemas.microsoft.com/office/drawing/2014/main" id="{7BB2DABE-6006-E0C8-2667-FA841EADF76F}"/>
              </a:ext>
            </a:extLst>
          </p:cNvPr>
          <p:cNvSpPr txBox="1"/>
          <p:nvPr/>
        </p:nvSpPr>
        <p:spPr>
          <a:xfrm>
            <a:off x="1780181" y="2575007"/>
            <a:ext cx="2191512" cy="316002"/>
          </a:xfrm>
          <a:prstGeom prst="rect">
            <a:avLst/>
          </a:prstGeom>
          <a:noFill/>
          <a:ln/>
        </p:spPr>
        <p:txBody>
          <a:bodyPr wrap="square" lIns="0" tIns="0" rIns="0" bIns="0" rtlCol="0" anchor="ctr"/>
          <a:lstStyle/>
          <a:p>
            <a:pPr rtl="0"/>
            <a:r>
              <a:rPr lang="en-US" sz="1200" b="1">
                <a:solidFill>
                  <a:srgbClr val="C00000"/>
                </a:solidFill>
                <a:latin typeface="Arial" panose="020B0604020202020204" pitchFamily="34" charset="0"/>
                <a:ea typeface="Aptos" pitchFamily="34" charset="-122"/>
                <a:cs typeface="Arial" panose="020B0604020202020204" pitchFamily="34" charset="0"/>
              </a:rPr>
              <a:t>Proprietary (if present)</a:t>
            </a:r>
            <a:endParaRPr lang="en-US" sz="1200" b="1">
              <a:solidFill>
                <a:srgbClr val="C00000"/>
              </a:solidFill>
              <a:latin typeface="Arial" panose="020B0604020202020204" pitchFamily="34" charset="0"/>
              <a:cs typeface="Arial" panose="020B0604020202020204" pitchFamily="34" charset="0"/>
            </a:endParaRPr>
          </a:p>
        </p:txBody>
      </p:sp>
      <p:sp>
        <p:nvSpPr>
          <p:cNvPr id="58" name="Shape 34">
            <a:extLst>
              <a:ext uri="{FF2B5EF4-FFF2-40B4-BE49-F238E27FC236}">
                <a16:creationId xmlns:a16="http://schemas.microsoft.com/office/drawing/2014/main" id="{FD124B5B-C178-7484-0E4D-9D025231D370}"/>
              </a:ext>
            </a:extLst>
          </p:cNvPr>
          <p:cNvSpPr/>
          <p:nvPr/>
        </p:nvSpPr>
        <p:spPr>
          <a:xfrm>
            <a:off x="3904488" y="2544911"/>
            <a:ext cx="2191512" cy="376193"/>
          </a:xfrm>
          <a:prstGeom prst="rect">
            <a:avLst/>
          </a:prstGeom>
          <a:solidFill>
            <a:srgbClr val="D6E4F2"/>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60" name="Text 35">
            <a:extLst>
              <a:ext uri="{FF2B5EF4-FFF2-40B4-BE49-F238E27FC236}">
                <a16:creationId xmlns:a16="http://schemas.microsoft.com/office/drawing/2014/main" id="{6D2BA9E8-8400-97C4-94A7-0F4CC0F097C5}"/>
              </a:ext>
            </a:extLst>
          </p:cNvPr>
          <p:cNvSpPr txBox="1"/>
          <p:nvPr/>
        </p:nvSpPr>
        <p:spPr>
          <a:xfrm>
            <a:off x="3982376" y="2575007"/>
            <a:ext cx="2079126"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X.509v3 Certificate (DAC)</a:t>
            </a:r>
            <a:endParaRPr lang="en-US" sz="1200">
              <a:latin typeface="Arial" panose="020B0604020202020204" pitchFamily="34" charset="0"/>
              <a:cs typeface="Arial" panose="020B0604020202020204" pitchFamily="34" charset="0"/>
            </a:endParaRPr>
          </a:p>
        </p:txBody>
      </p:sp>
      <p:sp>
        <p:nvSpPr>
          <p:cNvPr id="61" name="Shape 36">
            <a:extLst>
              <a:ext uri="{FF2B5EF4-FFF2-40B4-BE49-F238E27FC236}">
                <a16:creationId xmlns:a16="http://schemas.microsoft.com/office/drawing/2014/main" id="{3113878F-ED4B-195F-DF5F-39943C42D516}"/>
              </a:ext>
            </a:extLst>
          </p:cNvPr>
          <p:cNvSpPr/>
          <p:nvPr/>
        </p:nvSpPr>
        <p:spPr>
          <a:xfrm>
            <a:off x="184859" y="2921104"/>
            <a:ext cx="1662526"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62" name="Text 37">
            <a:extLst>
              <a:ext uri="{FF2B5EF4-FFF2-40B4-BE49-F238E27FC236}">
                <a16:creationId xmlns:a16="http://schemas.microsoft.com/office/drawing/2014/main" id="{486F4F37-2B09-B7BA-79F2-260467EC39C9}"/>
              </a:ext>
            </a:extLst>
          </p:cNvPr>
          <p:cNvSpPr txBox="1"/>
          <p:nvPr/>
        </p:nvSpPr>
        <p:spPr>
          <a:xfrm>
            <a:off x="265188" y="2951199"/>
            <a:ext cx="1511387"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Internet Dependency</a:t>
            </a:r>
            <a:endParaRPr lang="en-US" sz="1200">
              <a:latin typeface="Arial" panose="020B0604020202020204" pitchFamily="34" charset="0"/>
              <a:cs typeface="Arial" panose="020B0604020202020204" pitchFamily="34" charset="0"/>
            </a:endParaRPr>
          </a:p>
        </p:txBody>
      </p:sp>
      <p:sp>
        <p:nvSpPr>
          <p:cNvPr id="448" name="Shape 38">
            <a:extLst>
              <a:ext uri="{FF2B5EF4-FFF2-40B4-BE49-F238E27FC236}">
                <a16:creationId xmlns:a16="http://schemas.microsoft.com/office/drawing/2014/main" id="{4E47D015-F24C-3A31-AE6C-15A117249EFF}"/>
              </a:ext>
            </a:extLst>
          </p:cNvPr>
          <p:cNvSpPr/>
          <p:nvPr/>
        </p:nvSpPr>
        <p:spPr>
          <a:xfrm>
            <a:off x="1699851" y="2921104"/>
            <a:ext cx="2342651"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450" name="Text 39">
            <a:extLst>
              <a:ext uri="{FF2B5EF4-FFF2-40B4-BE49-F238E27FC236}">
                <a16:creationId xmlns:a16="http://schemas.microsoft.com/office/drawing/2014/main" id="{3490741E-FF90-8E3E-644C-77A0457666E1}"/>
              </a:ext>
            </a:extLst>
          </p:cNvPr>
          <p:cNvSpPr txBox="1"/>
          <p:nvPr/>
        </p:nvSpPr>
        <p:spPr>
          <a:xfrm>
            <a:off x="1780181" y="2951199"/>
            <a:ext cx="2191512" cy="316002"/>
          </a:xfrm>
          <a:prstGeom prst="rect">
            <a:avLst/>
          </a:prstGeom>
          <a:noFill/>
          <a:ln/>
        </p:spPr>
        <p:txBody>
          <a:bodyPr wrap="square" lIns="0" tIns="0" rIns="0" bIns="0" rtlCol="0" anchor="ctr"/>
          <a:lstStyle/>
          <a:p>
            <a:pPr rtl="0"/>
            <a:r>
              <a:rPr lang="en-US" sz="1200" b="1">
                <a:solidFill>
                  <a:srgbClr val="C00000"/>
                </a:solidFill>
                <a:latin typeface="Arial" panose="020B0604020202020204" pitchFamily="34" charset="0"/>
                <a:ea typeface="Aptos" pitchFamily="34" charset="-122"/>
                <a:cs typeface="Arial" panose="020B0604020202020204" pitchFamily="34" charset="0"/>
              </a:rPr>
              <a:t>Often required - operation &amp; control</a:t>
            </a:r>
            <a:endParaRPr lang="en-US" sz="1200" b="1">
              <a:solidFill>
                <a:srgbClr val="C00000"/>
              </a:solidFill>
              <a:latin typeface="Arial" panose="020B0604020202020204" pitchFamily="34" charset="0"/>
              <a:cs typeface="Arial" panose="020B0604020202020204" pitchFamily="34" charset="0"/>
            </a:endParaRPr>
          </a:p>
        </p:txBody>
      </p:sp>
      <p:sp>
        <p:nvSpPr>
          <p:cNvPr id="452" name="Shape 40">
            <a:extLst>
              <a:ext uri="{FF2B5EF4-FFF2-40B4-BE49-F238E27FC236}">
                <a16:creationId xmlns:a16="http://schemas.microsoft.com/office/drawing/2014/main" id="{33BCB7F6-0985-2B1B-6FEB-1DFC67B18955}"/>
              </a:ext>
            </a:extLst>
          </p:cNvPr>
          <p:cNvSpPr/>
          <p:nvPr/>
        </p:nvSpPr>
        <p:spPr>
          <a:xfrm>
            <a:off x="3904488" y="2921104"/>
            <a:ext cx="2191512" cy="376193"/>
          </a:xfrm>
          <a:prstGeom prst="rect">
            <a:avLst/>
          </a:prstGeom>
          <a:solidFill>
            <a:srgbClr val="FFFFFF"/>
          </a:solidFill>
          <a:ln w="12700">
            <a:solidFill>
              <a:srgbClr val="DDDDDD"/>
            </a:solidFill>
            <a:prstDash val="solid"/>
          </a:ln>
        </p:spPr>
        <p:txBody>
          <a:bodyPr/>
          <a:lstStyle/>
          <a:p>
            <a:pPr rtl="0"/>
            <a:endParaRPr lang="en-US" sz="1200">
              <a:latin typeface="Arial" panose="020B0604020202020204" pitchFamily="34" charset="0"/>
              <a:cs typeface="Arial" panose="020B0604020202020204" pitchFamily="34" charset="0"/>
            </a:endParaRPr>
          </a:p>
        </p:txBody>
      </p:sp>
      <p:sp>
        <p:nvSpPr>
          <p:cNvPr id="454" name="Text 41">
            <a:extLst>
              <a:ext uri="{FF2B5EF4-FFF2-40B4-BE49-F238E27FC236}">
                <a16:creationId xmlns:a16="http://schemas.microsoft.com/office/drawing/2014/main" id="{CAF91261-E529-D16B-7D58-E1A59102EB56}"/>
              </a:ext>
            </a:extLst>
          </p:cNvPr>
          <p:cNvSpPr txBox="1"/>
          <p:nvPr/>
        </p:nvSpPr>
        <p:spPr>
          <a:xfrm>
            <a:off x="3982376" y="2951199"/>
            <a:ext cx="2079126" cy="316002"/>
          </a:xfrm>
          <a:prstGeom prst="rect">
            <a:avLst/>
          </a:prstGeom>
          <a:noFill/>
          <a:ln/>
        </p:spPr>
        <p:txBody>
          <a:bodyPr wrap="square" lIns="0" tIns="0" rIns="0" bIns="0" rtlCol="0" anchor="ctr"/>
          <a:lstStyle/>
          <a:p>
            <a:pPr rtl="0"/>
            <a:r>
              <a:rPr lang="en-US" sz="1200">
                <a:latin typeface="Arial" panose="020B0604020202020204" pitchFamily="34" charset="0"/>
                <a:ea typeface="Aptos" pitchFamily="34" charset="-122"/>
                <a:cs typeface="Arial" panose="020B0604020202020204" pitchFamily="34" charset="0"/>
              </a:rPr>
              <a:t>Not required - local-first design</a:t>
            </a:r>
            <a:endParaRPr lang="en-US" sz="1200">
              <a:latin typeface="Arial" panose="020B0604020202020204" pitchFamily="34" charset="0"/>
              <a:cs typeface="Arial" panose="020B0604020202020204" pitchFamily="34" charset="0"/>
            </a:endParaRPr>
          </a:p>
        </p:txBody>
      </p:sp>
      <p:sp>
        <p:nvSpPr>
          <p:cNvPr id="510" name="Text 69">
            <a:extLst>
              <a:ext uri="{FF2B5EF4-FFF2-40B4-BE49-F238E27FC236}">
                <a16:creationId xmlns:a16="http://schemas.microsoft.com/office/drawing/2014/main" id="{D3445042-630E-36F9-124E-1467D37548D1}"/>
              </a:ext>
            </a:extLst>
          </p:cNvPr>
          <p:cNvSpPr txBox="1"/>
          <p:nvPr/>
        </p:nvSpPr>
        <p:spPr>
          <a:xfrm>
            <a:off x="6662931" y="1027255"/>
            <a:ext cx="5263881" cy="673224"/>
          </a:xfrm>
          <a:prstGeom prst="rect">
            <a:avLst/>
          </a:prstGeom>
          <a:noFill/>
          <a:ln/>
        </p:spPr>
        <p:txBody>
          <a:bodyPr wrap="square" lIns="0" tIns="0" rIns="0" bIns="0" rtlCol="0" anchor="ctr"/>
          <a:lstStyle/>
          <a:p>
            <a:pPr rtl="0"/>
            <a:r>
              <a:rPr lang="en-US" sz="2400" b="1">
                <a:solidFill>
                  <a:srgbClr val="1F6B37"/>
                </a:solidFill>
                <a:latin typeface="Arial" panose="020B0604020202020204" pitchFamily="34" charset="0"/>
                <a:ea typeface="Aptos" pitchFamily="34" charset="-122"/>
                <a:cs typeface="Arial" panose="020B0604020202020204" pitchFamily="34" charset="0"/>
              </a:rPr>
              <a:t>✓</a:t>
            </a:r>
            <a:r>
              <a:rPr lang="en-US" sz="2400">
                <a:solidFill>
                  <a:srgbClr val="1F6B37"/>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Encrypted communication (all tested devices)</a:t>
            </a:r>
            <a:endParaRPr lang="en-US" sz="2400">
              <a:latin typeface="Arial" panose="020B0604020202020204" pitchFamily="34" charset="0"/>
              <a:cs typeface="Arial" panose="020B0604020202020204" pitchFamily="34" charset="0"/>
            </a:endParaRPr>
          </a:p>
        </p:txBody>
      </p:sp>
      <p:sp>
        <p:nvSpPr>
          <p:cNvPr id="65" name="Text 71">
            <a:extLst>
              <a:ext uri="{FF2B5EF4-FFF2-40B4-BE49-F238E27FC236}">
                <a16:creationId xmlns:a16="http://schemas.microsoft.com/office/drawing/2014/main" id="{7F2A2F87-25E8-3BA1-E42D-83DDED9627F0}"/>
              </a:ext>
            </a:extLst>
          </p:cNvPr>
          <p:cNvSpPr txBox="1"/>
          <p:nvPr/>
        </p:nvSpPr>
        <p:spPr>
          <a:xfrm>
            <a:off x="6662931" y="1976878"/>
            <a:ext cx="5119901" cy="568033"/>
          </a:xfrm>
          <a:prstGeom prst="rect">
            <a:avLst/>
          </a:prstGeom>
          <a:noFill/>
          <a:ln/>
        </p:spPr>
        <p:txBody>
          <a:bodyPr wrap="square" lIns="0" tIns="0" rIns="0" bIns="0" rtlCol="0" anchor="ctr"/>
          <a:lstStyle/>
          <a:p>
            <a:pPr rtl="0"/>
            <a:r>
              <a:rPr lang="en-US" sz="2400" b="1">
                <a:solidFill>
                  <a:srgbClr val="1F6B37"/>
                </a:solidFill>
                <a:latin typeface="Arial" panose="020B0604020202020204" pitchFamily="34" charset="0"/>
                <a:ea typeface="Aptos" pitchFamily="34" charset="-122"/>
                <a:cs typeface="Arial" panose="020B0604020202020204" pitchFamily="34" charset="0"/>
              </a:rPr>
              <a:t>✓</a:t>
            </a:r>
            <a:r>
              <a:rPr lang="en-US" sz="2400">
                <a:solidFill>
                  <a:srgbClr val="1F6B37"/>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No plaintext operational commands observed</a:t>
            </a:r>
            <a:endParaRPr lang="en-US" sz="2400">
              <a:solidFill>
                <a:prstClr val="black"/>
              </a:solidFill>
              <a:latin typeface="Arial" panose="020B0604020202020204" pitchFamily="34" charset="0"/>
              <a:cs typeface="Arial" panose="020B0604020202020204" pitchFamily="34" charset="0"/>
            </a:endParaRPr>
          </a:p>
        </p:txBody>
      </p:sp>
      <p:sp>
        <p:nvSpPr>
          <p:cNvPr id="66" name="Text 72">
            <a:extLst>
              <a:ext uri="{FF2B5EF4-FFF2-40B4-BE49-F238E27FC236}">
                <a16:creationId xmlns:a16="http://schemas.microsoft.com/office/drawing/2014/main" id="{5674DCB4-0201-F8EE-63F5-35BBB693E855}"/>
              </a:ext>
            </a:extLst>
          </p:cNvPr>
          <p:cNvSpPr txBox="1"/>
          <p:nvPr/>
        </p:nvSpPr>
        <p:spPr>
          <a:xfrm>
            <a:off x="6691521" y="2894176"/>
            <a:ext cx="5149517" cy="568033"/>
          </a:xfrm>
          <a:prstGeom prst="rect">
            <a:avLst/>
          </a:prstGeom>
          <a:noFill/>
          <a:ln/>
        </p:spPr>
        <p:txBody>
          <a:bodyPr wrap="square" lIns="0" tIns="0" rIns="0" bIns="0" rtlCol="0" anchor="ctr"/>
          <a:lstStyle/>
          <a:p>
            <a:pPr rtl="0"/>
            <a:r>
              <a:rPr lang="en-US" sz="2400" b="1">
                <a:solidFill>
                  <a:srgbClr val="1F6B37"/>
                </a:solidFill>
                <a:latin typeface="Arial" panose="020B0604020202020204" pitchFamily="34" charset="0"/>
                <a:ea typeface="Aptos" pitchFamily="34" charset="-122"/>
                <a:cs typeface="Arial" panose="020B0604020202020204" pitchFamily="34" charset="0"/>
              </a:rPr>
              <a:t>✓</a:t>
            </a:r>
            <a:r>
              <a:rPr lang="en-US" sz="2400">
                <a:solidFill>
                  <a:srgbClr val="1F6B37"/>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Device authentication via DAC (X.509v3) certificate</a:t>
            </a:r>
            <a:endParaRPr lang="en-US" sz="2400">
              <a:solidFill>
                <a:prstClr val="black"/>
              </a:solidFill>
              <a:latin typeface="Arial" panose="020B0604020202020204" pitchFamily="34" charset="0"/>
              <a:cs typeface="Arial" panose="020B0604020202020204" pitchFamily="34" charset="0"/>
            </a:endParaRPr>
          </a:p>
        </p:txBody>
      </p:sp>
      <p:sp>
        <p:nvSpPr>
          <p:cNvPr id="80" name="Text 68">
            <a:extLst>
              <a:ext uri="{FF2B5EF4-FFF2-40B4-BE49-F238E27FC236}">
                <a16:creationId xmlns:a16="http://schemas.microsoft.com/office/drawing/2014/main" id="{C7CA236B-E69F-3C07-1BB4-4E128BDB92E8}"/>
              </a:ext>
            </a:extLst>
          </p:cNvPr>
          <p:cNvSpPr txBox="1"/>
          <p:nvPr/>
        </p:nvSpPr>
        <p:spPr>
          <a:xfrm>
            <a:off x="6751134" y="4392431"/>
            <a:ext cx="5030292" cy="492512"/>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Poor Logging verbosity and device visibility</a:t>
            </a:r>
            <a:endParaRPr lang="en-US" sz="2400">
              <a:latin typeface="Arial" panose="020B0604020202020204" pitchFamily="34" charset="0"/>
              <a:cs typeface="Arial" panose="020B0604020202020204" pitchFamily="34" charset="0"/>
            </a:endParaRPr>
          </a:p>
        </p:txBody>
      </p:sp>
      <p:sp>
        <p:nvSpPr>
          <p:cNvPr id="88" name="Text 70">
            <a:extLst>
              <a:ext uri="{FF2B5EF4-FFF2-40B4-BE49-F238E27FC236}">
                <a16:creationId xmlns:a16="http://schemas.microsoft.com/office/drawing/2014/main" id="{9A738194-2498-9781-C8E9-43A94D5521E0}"/>
              </a:ext>
            </a:extLst>
          </p:cNvPr>
          <p:cNvSpPr txBox="1"/>
          <p:nvPr/>
        </p:nvSpPr>
        <p:spPr>
          <a:xfrm>
            <a:off x="6720114" y="4558713"/>
            <a:ext cx="5048158" cy="449367"/>
          </a:xfrm>
          <a:prstGeom prst="rect">
            <a:avLst/>
          </a:prstGeom>
          <a:noFill/>
          <a:ln/>
        </p:spPr>
        <p:txBody>
          <a:bodyPr wrap="square" lIns="0" tIns="0" rIns="0" bIns="0" rtlCol="0" anchor="ctr"/>
          <a:lstStyle/>
          <a:p>
            <a:pPr rtl="0"/>
            <a:endParaRPr lang="en-US" sz="2400">
              <a:solidFill>
                <a:prstClr val="black"/>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A44491F-EFD2-0B10-585F-934895F47C2D}"/>
              </a:ext>
            </a:extLst>
          </p:cNvPr>
          <p:cNvPicPr>
            <a:picLocks noChangeAspect="1"/>
          </p:cNvPicPr>
          <p:nvPr/>
        </p:nvPicPr>
        <p:blipFill>
          <a:blip r:embed="rId6"/>
          <a:stretch>
            <a:fillRect/>
          </a:stretch>
        </p:blipFill>
        <p:spPr>
          <a:xfrm>
            <a:off x="838200" y="3557521"/>
            <a:ext cx="4173856" cy="3065825"/>
          </a:xfrm>
          <a:prstGeom prst="rect">
            <a:avLst/>
          </a:prstGeom>
        </p:spPr>
      </p:pic>
    </p:spTree>
    <p:extLst>
      <p:ext uri="{BB962C8B-B14F-4D97-AF65-F5344CB8AC3E}">
        <p14:creationId xmlns:p14="http://schemas.microsoft.com/office/powerpoint/2010/main" val="2082284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7B20-2EE0-E815-6870-FF672E9ACD1D}"/>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8F268D29-BC43-73A3-EB89-D14678015879}"/>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CCC3230D-FAE0-60AB-F853-DB80E81DBE52}"/>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39239BF7-2B22-0D6E-578E-950CBCEB2B1E}"/>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6636968B-0AEA-9F21-515C-0B694CA5E7A7}"/>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6AB4930E-A3DC-4B4A-810D-FBA0D90EC8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4314F19C-BDC8-C39A-6A1A-108C800F45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7CD5121A-2CDF-1472-2A31-F030B48A37FC}"/>
              </a:ext>
            </a:extLst>
          </p:cNvPr>
          <p:cNvSpPr>
            <a:spLocks noGrp="1"/>
          </p:cNvSpPr>
          <p:nvPr>
            <p:ph type="sldNum" sz="quarter" idx="12"/>
          </p:nvPr>
        </p:nvSpPr>
        <p:spPr/>
        <p:txBody>
          <a:bodyPr/>
          <a:lstStyle/>
          <a:p>
            <a:fld id="{F8B2AEEB-57C9-4BA6-8192-32186CDF2FF3}" type="slidenum">
              <a:rPr lang="en-US" smtClean="0"/>
              <a:t>8</a:t>
            </a:fld>
            <a:endParaRPr lang="en-US"/>
          </a:p>
        </p:txBody>
      </p:sp>
      <p:sp>
        <p:nvSpPr>
          <p:cNvPr id="4" name="TextBox 3">
            <a:extLst>
              <a:ext uri="{FF2B5EF4-FFF2-40B4-BE49-F238E27FC236}">
                <a16:creationId xmlns:a16="http://schemas.microsoft.com/office/drawing/2014/main" id="{0CFEBB40-04DA-926B-454E-BEA4076D18F8}"/>
              </a:ext>
            </a:extLst>
          </p:cNvPr>
          <p:cNvSpPr txBox="1"/>
          <p:nvPr/>
        </p:nvSpPr>
        <p:spPr>
          <a:xfrm>
            <a:off x="163314" y="95220"/>
            <a:ext cx="6102350" cy="400110"/>
          </a:xfrm>
          <a:prstGeom prst="rect">
            <a:avLst/>
          </a:prstGeom>
          <a:noFill/>
        </p:spPr>
        <p:txBody>
          <a:bodyPr wrap="square" lIns="91440" tIns="45720" rIns="91440" bIns="45720" anchor="t">
            <a:spAutoFit/>
          </a:bodyPr>
          <a:lstStyle/>
          <a:p>
            <a:r>
              <a:rPr lang="en-US" sz="2000" b="1">
                <a:solidFill>
                  <a:schemeClr val="bg1"/>
                </a:solidFill>
              </a:rPr>
              <a:t>Methodology RQ2</a:t>
            </a:r>
            <a:endParaRPr lang="en-US">
              <a:solidFill>
                <a:schemeClr val="bg1"/>
              </a:solidFill>
            </a:endParaRPr>
          </a:p>
        </p:txBody>
      </p:sp>
      <p:sp>
        <p:nvSpPr>
          <p:cNvPr id="6" name="TextBox 5">
            <a:extLst>
              <a:ext uri="{FF2B5EF4-FFF2-40B4-BE49-F238E27FC236}">
                <a16:creationId xmlns:a16="http://schemas.microsoft.com/office/drawing/2014/main" id="{8AA3B870-6358-8410-35BA-A978CB0CE097}"/>
              </a:ext>
            </a:extLst>
          </p:cNvPr>
          <p:cNvSpPr txBox="1"/>
          <p:nvPr/>
        </p:nvSpPr>
        <p:spPr>
          <a:xfrm>
            <a:off x="786846" y="889009"/>
            <a:ext cx="10396161" cy="830997"/>
          </a:xfrm>
          <a:prstGeom prst="rect">
            <a:avLst/>
          </a:prstGeom>
          <a:noFill/>
        </p:spPr>
        <p:txBody>
          <a:bodyPr wrap="square" lIns="91440" tIns="45720" rIns="91440" bIns="45720" anchor="t">
            <a:spAutoFit/>
          </a:bodyPr>
          <a:lstStyle/>
          <a:p>
            <a:endParaRPr lang="en-US" sz="2400"/>
          </a:p>
          <a:p>
            <a:endParaRPr lang="en-US" sz="2400"/>
          </a:p>
        </p:txBody>
      </p:sp>
      <p:sp>
        <p:nvSpPr>
          <p:cNvPr id="5" name="TextBox 4">
            <a:extLst>
              <a:ext uri="{FF2B5EF4-FFF2-40B4-BE49-F238E27FC236}">
                <a16:creationId xmlns:a16="http://schemas.microsoft.com/office/drawing/2014/main" id="{A3D39D82-94CD-54AC-4B56-9DDFEBAEF5CF}"/>
              </a:ext>
            </a:extLst>
          </p:cNvPr>
          <p:cNvSpPr txBox="1"/>
          <p:nvPr/>
        </p:nvSpPr>
        <p:spPr>
          <a:xfrm>
            <a:off x="403307" y="2018465"/>
            <a:ext cx="11385385" cy="2677656"/>
          </a:xfrm>
          <a:prstGeom prst="rect">
            <a:avLst/>
          </a:prstGeom>
          <a:noFill/>
        </p:spPr>
        <p:txBody>
          <a:bodyPr wrap="square">
            <a:spAutoFit/>
          </a:bodyPr>
          <a:lstStyle/>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Re-analysed captures alongside a longitudinal dataset (June 2024–Nov 2025). </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Examined mDNS advertisements for persistent service disclosure and RDI rotation. </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Identified Matter versions using </a:t>
            </a:r>
            <a:r>
              <a:rPr lang="en-US" sz="2400" err="1">
                <a:latin typeface="Arial" panose="020B0604020202020204" pitchFamily="34" charset="0"/>
                <a:cs typeface="Arial" panose="020B0604020202020204" pitchFamily="34" charset="0"/>
              </a:rPr>
              <a:t>ClusterRevision</a:t>
            </a:r>
            <a:r>
              <a:rPr lang="en-US" sz="2400">
                <a:latin typeface="Arial" panose="020B0604020202020204" pitchFamily="34" charset="0"/>
                <a:cs typeface="Arial" panose="020B0604020202020204" pitchFamily="34" charset="0"/>
              </a:rPr>
              <a:t> and mDNS VID/PID fields. </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Measured firmware update behavior, including version changes and update frequency. </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Tested local-first operation after network isolation at reboot, 1 h, and 18 h.</a:t>
            </a:r>
          </a:p>
        </p:txBody>
      </p:sp>
    </p:spTree>
    <p:extLst>
      <p:ext uri="{BB962C8B-B14F-4D97-AF65-F5344CB8AC3E}">
        <p14:creationId xmlns:p14="http://schemas.microsoft.com/office/powerpoint/2010/main" val="30122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087D6-8F6D-6D37-D428-5359DCE274AC}"/>
            </a:ext>
          </a:extLst>
        </p:cNvPr>
        <p:cNvGrpSpPr/>
        <p:nvPr/>
      </p:nvGrpSpPr>
      <p:grpSpPr>
        <a:xfrm>
          <a:off x="0" y="0"/>
          <a:ext cx="0" cy="0"/>
          <a:chOff x="0" y="0"/>
          <a:chExt cx="0" cy="0"/>
        </a:xfrm>
      </p:grpSpPr>
      <p:sp>
        <p:nvSpPr>
          <p:cNvPr id="29" name="Shape 83">
            <a:extLst>
              <a:ext uri="{FF2B5EF4-FFF2-40B4-BE49-F238E27FC236}">
                <a16:creationId xmlns:a16="http://schemas.microsoft.com/office/drawing/2014/main" id="{706BF027-92BC-F581-C917-4ADE1A2E5A3A}"/>
              </a:ext>
            </a:extLst>
          </p:cNvPr>
          <p:cNvSpPr/>
          <p:nvPr/>
        </p:nvSpPr>
        <p:spPr>
          <a:xfrm>
            <a:off x="6506395" y="897470"/>
            <a:ext cx="5379307" cy="3117288"/>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D1FC72B6-49FD-B505-F75E-4F884ABD85CC}"/>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r>
              <a:rPr lang="en-US" sz="2800" b="1">
                <a:solidFill>
                  <a:schemeClr val="bg1"/>
                </a:solidFill>
              </a:rPr>
              <a:t>     </a:t>
            </a:r>
            <a:r>
              <a:rPr lang="en-US" sz="2000" b="1">
                <a:solidFill>
                  <a:schemeClr val="bg1"/>
                </a:solidFill>
                <a:latin typeface="Arial" panose="020B0604020202020204" pitchFamily="34" charset="0"/>
                <a:cs typeface="Arial" panose="020B0604020202020204" pitchFamily="34" charset="0"/>
              </a:rPr>
              <a:t>RQ2    mDNS Advertisement vulnerability</a:t>
            </a:r>
            <a:endParaRPr lang="en-US" sz="2400" b="1">
              <a:solidFill>
                <a:schemeClr val="bg1"/>
              </a:solidFill>
              <a:latin typeface="Arial" panose="020B0604020202020204" pitchFamily="34" charset="0"/>
              <a:ea typeface="Calibri"/>
              <a:cs typeface="Arial" panose="020B0604020202020204" pitchFamily="34" charset="0"/>
            </a:endParaRPr>
          </a:p>
          <a:p>
            <a:endParaRPr lang="en-US" sz="2000" b="1">
              <a:solidFill>
                <a:srgbClr val="FFFFFF"/>
              </a:solidFill>
              <a:latin typeface="Arial" panose="020B0604020202020204" pitchFamily="34" charset="0"/>
              <a:ea typeface="Aptos" pitchFamily="34" charset="-122"/>
              <a:cs typeface="Arial" panose="020B0604020202020204" pitchFamily="34" charset="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20A3855B-521A-8095-1B69-90E44623D928}"/>
              </a:ext>
            </a:extLst>
          </p:cNvPr>
          <p:cNvSpPr>
            <a:spLocks noGrp="1"/>
          </p:cNvSpPr>
          <p:nvPr/>
        </p:nvSpPr>
        <p:spPr>
          <a:xfrm>
            <a:off x="700349" y="6979416"/>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4D4DC88B-5135-B0C5-9DE6-63845F73821C}"/>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316EAE01-63A6-7DA1-0F1D-C5A3173DEB75}"/>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917C2ECE-75BB-8A77-79D5-2AA4309FD1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7189241A-819F-6091-373A-5617A5666A4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86FEFBB2-971F-F683-20A1-D85AA1925505}"/>
              </a:ext>
            </a:extLst>
          </p:cNvPr>
          <p:cNvSpPr>
            <a:spLocks noGrp="1"/>
          </p:cNvSpPr>
          <p:nvPr>
            <p:ph type="sldNum" sz="quarter" idx="12"/>
          </p:nvPr>
        </p:nvSpPr>
        <p:spPr/>
        <p:txBody>
          <a:bodyPr/>
          <a:lstStyle/>
          <a:p>
            <a:fld id="{F8B2AEEB-57C9-4BA6-8192-32186CDF2FF3}" type="slidenum">
              <a:rPr lang="en-US" smtClean="0"/>
              <a:t>9</a:t>
            </a:fld>
            <a:endParaRPr lang="en-US"/>
          </a:p>
        </p:txBody>
      </p:sp>
      <p:sp>
        <p:nvSpPr>
          <p:cNvPr id="22" name="Text 83">
            <a:extLst>
              <a:ext uri="{FF2B5EF4-FFF2-40B4-BE49-F238E27FC236}">
                <a16:creationId xmlns:a16="http://schemas.microsoft.com/office/drawing/2014/main" id="{F6A53DD2-C1C0-324F-3A5C-67ED50476850}"/>
              </a:ext>
            </a:extLst>
          </p:cNvPr>
          <p:cNvSpPr txBox="1"/>
          <p:nvPr/>
        </p:nvSpPr>
        <p:spPr>
          <a:xfrm>
            <a:off x="6646263" y="1002090"/>
            <a:ext cx="4941590" cy="837860"/>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Persistent mDNS Advertisements Enable Device Fingerprinting</a:t>
            </a:r>
            <a:endParaRPr lang="en-US" sz="2400">
              <a:latin typeface="Arial" panose="020B0604020202020204" pitchFamily="34" charset="0"/>
              <a:cs typeface="Arial" panose="020B0604020202020204" pitchFamily="34" charset="0"/>
            </a:endParaRPr>
          </a:p>
        </p:txBody>
      </p:sp>
      <p:sp>
        <p:nvSpPr>
          <p:cNvPr id="30" name="Text 87">
            <a:extLst>
              <a:ext uri="{FF2B5EF4-FFF2-40B4-BE49-F238E27FC236}">
                <a16:creationId xmlns:a16="http://schemas.microsoft.com/office/drawing/2014/main" id="{7EDB8D7B-FAC9-5281-388E-3650CE7A91A5}"/>
              </a:ext>
            </a:extLst>
          </p:cNvPr>
          <p:cNvSpPr txBox="1"/>
          <p:nvPr/>
        </p:nvSpPr>
        <p:spPr>
          <a:xfrm>
            <a:off x="579409" y="5101220"/>
            <a:ext cx="4271203" cy="189487"/>
          </a:xfrm>
          <a:prstGeom prst="rect">
            <a:avLst/>
          </a:prstGeom>
          <a:solidFill>
            <a:schemeClr val="bg1"/>
          </a:solidFill>
          <a:ln/>
        </p:spPr>
        <p:txBody>
          <a:bodyPr wrap="square" lIns="0" tIns="0" rIns="0" bIns="0" rtlCol="0" anchor="ctr"/>
          <a:lstStyle/>
          <a:p>
            <a:pPr rtl="0"/>
            <a:r>
              <a:rPr lang="en-US">
                <a:solidFill>
                  <a:srgbClr val="1A1A1A"/>
                </a:solidFill>
                <a:latin typeface="Arial" panose="020B0604020202020204" pitchFamily="34" charset="0"/>
                <a:ea typeface="Aptos" pitchFamily="34" charset="-122"/>
                <a:cs typeface="Arial" panose="020B0604020202020204" pitchFamily="34" charset="0"/>
              </a:rPr>
              <a:t>Vendor ID: 	               </a:t>
            </a:r>
            <a:r>
              <a:rPr lang="en-US">
                <a:solidFill>
                  <a:srgbClr val="0070C0"/>
                </a:solidFill>
                <a:latin typeface="Arial" panose="020B0604020202020204" pitchFamily="34" charset="0"/>
                <a:ea typeface="Aptos" pitchFamily="34" charset="-122"/>
                <a:cs typeface="Arial" panose="020B0604020202020204" pitchFamily="34" charset="0"/>
              </a:rPr>
              <a:t>5010</a:t>
            </a:r>
            <a:endParaRPr lang="en-US">
              <a:solidFill>
                <a:prstClr val="black"/>
              </a:solidFill>
              <a:latin typeface="Arial" panose="020B0604020202020204" pitchFamily="34" charset="0"/>
              <a:cs typeface="Arial" panose="020B0604020202020204" pitchFamily="34" charset="0"/>
            </a:endParaRPr>
          </a:p>
        </p:txBody>
      </p:sp>
      <p:sp>
        <p:nvSpPr>
          <p:cNvPr id="32" name="Text 88">
            <a:extLst>
              <a:ext uri="{FF2B5EF4-FFF2-40B4-BE49-F238E27FC236}">
                <a16:creationId xmlns:a16="http://schemas.microsoft.com/office/drawing/2014/main" id="{225AB4A4-0B18-A428-BCC6-199658CC58D7}"/>
              </a:ext>
            </a:extLst>
          </p:cNvPr>
          <p:cNvSpPr txBox="1"/>
          <p:nvPr/>
        </p:nvSpPr>
        <p:spPr>
          <a:xfrm>
            <a:off x="579409" y="5402816"/>
            <a:ext cx="5015160" cy="189487"/>
          </a:xfrm>
          <a:prstGeom prst="rect">
            <a:avLst/>
          </a:prstGeom>
          <a:solidFill>
            <a:schemeClr val="bg1"/>
          </a:solidFill>
          <a:ln/>
        </p:spPr>
        <p:txBody>
          <a:bodyPr wrap="square" lIns="0" tIns="0" rIns="0" bIns="0" rtlCol="0" anchor="ctr"/>
          <a:lstStyle/>
          <a:p>
            <a:pPr rtl="0"/>
            <a:r>
              <a:rPr lang="en-US">
                <a:solidFill>
                  <a:srgbClr val="1A1A1A"/>
                </a:solidFill>
                <a:latin typeface="Arial" panose="020B0604020202020204" pitchFamily="34" charset="0"/>
                <a:ea typeface="Aptos" pitchFamily="34" charset="-122"/>
                <a:cs typeface="Arial" panose="020B0604020202020204" pitchFamily="34" charset="0"/>
              </a:rPr>
              <a:t>Product ID: 	               </a:t>
            </a:r>
            <a:r>
              <a:rPr lang="en-US">
                <a:solidFill>
                  <a:srgbClr val="0070C0"/>
                </a:solidFill>
                <a:latin typeface="Arial" panose="020B0604020202020204" pitchFamily="34" charset="0"/>
                <a:ea typeface="Aptos" pitchFamily="34" charset="-122"/>
                <a:cs typeface="Arial" panose="020B0604020202020204" pitchFamily="34" charset="0"/>
              </a:rPr>
              <a:t>264</a:t>
            </a:r>
            <a:endParaRPr lang="en-US">
              <a:solidFill>
                <a:prstClr val="black"/>
              </a:solidFill>
              <a:latin typeface="Arial" panose="020B0604020202020204" pitchFamily="34" charset="0"/>
              <a:cs typeface="Arial" panose="020B0604020202020204" pitchFamily="34" charset="0"/>
            </a:endParaRPr>
          </a:p>
        </p:txBody>
      </p:sp>
      <p:sp>
        <p:nvSpPr>
          <p:cNvPr id="34" name="Text 89">
            <a:extLst>
              <a:ext uri="{FF2B5EF4-FFF2-40B4-BE49-F238E27FC236}">
                <a16:creationId xmlns:a16="http://schemas.microsoft.com/office/drawing/2014/main" id="{09E7E710-5139-F087-66FA-0270B151C8EB}"/>
              </a:ext>
            </a:extLst>
          </p:cNvPr>
          <p:cNvSpPr txBox="1"/>
          <p:nvPr/>
        </p:nvSpPr>
        <p:spPr>
          <a:xfrm>
            <a:off x="579409" y="5708642"/>
            <a:ext cx="5149341" cy="189487"/>
          </a:xfrm>
          <a:prstGeom prst="rect">
            <a:avLst/>
          </a:prstGeom>
          <a:solidFill>
            <a:schemeClr val="bg1"/>
          </a:solidFill>
          <a:ln/>
        </p:spPr>
        <p:txBody>
          <a:bodyPr wrap="square" lIns="0" tIns="0" rIns="0" bIns="0" rtlCol="0" anchor="ctr"/>
          <a:lstStyle/>
          <a:p>
            <a:pPr rtl="0"/>
            <a:r>
              <a:rPr lang="en-US">
                <a:solidFill>
                  <a:srgbClr val="1A1A1A"/>
                </a:solidFill>
                <a:latin typeface="Arial" panose="020B0604020202020204" pitchFamily="34" charset="0"/>
                <a:ea typeface="Aptos" pitchFamily="34" charset="-122"/>
                <a:cs typeface="Arial" panose="020B0604020202020204" pitchFamily="34" charset="0"/>
              </a:rPr>
              <a:t>Device Type: 	               </a:t>
            </a:r>
            <a:r>
              <a:rPr lang="en-US">
                <a:solidFill>
                  <a:srgbClr val="0070C0"/>
                </a:solidFill>
                <a:latin typeface="Arial" panose="020B0604020202020204" pitchFamily="34" charset="0"/>
                <a:ea typeface="Aptos" pitchFamily="34" charset="-122"/>
                <a:cs typeface="Arial" panose="020B0604020202020204" pitchFamily="34" charset="0"/>
              </a:rPr>
              <a:t>266  Smart-plug</a:t>
            </a:r>
            <a:endParaRPr lang="en-US">
              <a:solidFill>
                <a:prstClr val="black"/>
              </a:solidFill>
              <a:latin typeface="Arial" panose="020B0604020202020204" pitchFamily="34" charset="0"/>
              <a:cs typeface="Arial" panose="020B0604020202020204" pitchFamily="34" charset="0"/>
            </a:endParaRPr>
          </a:p>
        </p:txBody>
      </p:sp>
      <p:sp>
        <p:nvSpPr>
          <p:cNvPr id="36" name="Text 90">
            <a:extLst>
              <a:ext uri="{FF2B5EF4-FFF2-40B4-BE49-F238E27FC236}">
                <a16:creationId xmlns:a16="http://schemas.microsoft.com/office/drawing/2014/main" id="{71AD33A6-9B4E-9372-B9D7-E1C4CAC8CE65}"/>
              </a:ext>
            </a:extLst>
          </p:cNvPr>
          <p:cNvSpPr txBox="1"/>
          <p:nvPr/>
        </p:nvSpPr>
        <p:spPr>
          <a:xfrm>
            <a:off x="579410" y="6014468"/>
            <a:ext cx="5149342" cy="189487"/>
          </a:xfrm>
          <a:prstGeom prst="rect">
            <a:avLst/>
          </a:prstGeom>
          <a:solidFill>
            <a:schemeClr val="bg1"/>
          </a:solidFill>
          <a:ln/>
        </p:spPr>
        <p:txBody>
          <a:bodyPr wrap="square" lIns="0" tIns="0" rIns="0" bIns="0" rtlCol="0" anchor="ctr"/>
          <a:lstStyle/>
          <a:p>
            <a:pPr rtl="0"/>
            <a:r>
              <a:rPr lang="en-US">
                <a:solidFill>
                  <a:srgbClr val="1A1A1A"/>
                </a:solidFill>
                <a:latin typeface="Arial" panose="020B0604020202020204" pitchFamily="34" charset="0"/>
                <a:ea typeface="Aptos" pitchFamily="34" charset="-122"/>
                <a:cs typeface="Arial" panose="020B0604020202020204" pitchFamily="34" charset="0"/>
              </a:rPr>
              <a:t>Device Name: 	               </a:t>
            </a:r>
            <a:r>
              <a:rPr lang="en-US">
                <a:solidFill>
                  <a:srgbClr val="0070C0"/>
                </a:solidFill>
                <a:latin typeface="Arial" panose="020B0604020202020204" pitchFamily="34" charset="0"/>
                <a:ea typeface="Aptos" pitchFamily="34" charset="-122"/>
                <a:cs typeface="Arial" panose="020B0604020202020204" pitchFamily="34" charset="0"/>
              </a:rPr>
              <a:t>Smart Wi-Fi Plug</a:t>
            </a:r>
            <a:endParaRPr lang="en-US">
              <a:solidFill>
                <a:prstClr val="black"/>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9A75DF99-41BD-31EC-4B02-DC8F00C73928}"/>
              </a:ext>
            </a:extLst>
          </p:cNvPr>
          <p:cNvSpPr txBox="1"/>
          <p:nvPr/>
        </p:nvSpPr>
        <p:spPr>
          <a:xfrm>
            <a:off x="484050" y="4579128"/>
            <a:ext cx="5379307" cy="369332"/>
          </a:xfrm>
          <a:prstGeom prst="rect">
            <a:avLst/>
          </a:prstGeom>
          <a:noFill/>
        </p:spPr>
        <p:txBody>
          <a:bodyPr wrap="square">
            <a:spAutoFit/>
          </a:bodyPr>
          <a:lstStyle/>
          <a:p>
            <a:r>
              <a:rPr lang="en-US">
                <a:latin typeface="Arial" panose="020B0604020202020204" pitchFamily="34" charset="0"/>
                <a:cs typeface="Arial" panose="020B0604020202020204" pitchFamily="34" charset="0"/>
              </a:rPr>
              <a:t>Tapo plug - mDNS post commissioning advertising </a:t>
            </a:r>
          </a:p>
        </p:txBody>
      </p:sp>
      <p:sp>
        <p:nvSpPr>
          <p:cNvPr id="9" name="TextBox 8">
            <a:extLst>
              <a:ext uri="{FF2B5EF4-FFF2-40B4-BE49-F238E27FC236}">
                <a16:creationId xmlns:a16="http://schemas.microsoft.com/office/drawing/2014/main" id="{4CE1D3B5-1413-6ECE-963F-3B4DA28A6C63}"/>
              </a:ext>
            </a:extLst>
          </p:cNvPr>
          <p:cNvSpPr txBox="1"/>
          <p:nvPr/>
        </p:nvSpPr>
        <p:spPr>
          <a:xfrm>
            <a:off x="7210914" y="5383076"/>
            <a:ext cx="2340026" cy="646331"/>
          </a:xfrm>
          <a:prstGeom prst="rect">
            <a:avLst/>
          </a:prstGeom>
          <a:noFill/>
        </p:spPr>
        <p:txBody>
          <a:bodyPr wrap="square">
            <a:spAutoFit/>
          </a:bodyPr>
          <a:lstStyle/>
          <a:p>
            <a:r>
              <a:rPr lang="en-US" b="1">
                <a:latin typeface="Arial" panose="020B0604020202020204" pitchFamily="34" charset="0"/>
                <a:cs typeface="Arial" panose="020B0604020202020204" pitchFamily="34" charset="0"/>
              </a:rPr>
              <a:t>DCL Lookup</a:t>
            </a:r>
          </a:p>
          <a:p>
            <a:r>
              <a:rPr lang="en-US">
                <a:latin typeface="Arial" panose="020B0604020202020204" pitchFamily="34" charset="0"/>
                <a:cs typeface="Arial" panose="020B0604020202020204" pitchFamily="34" charset="0"/>
              </a:rPr>
              <a:t>webui.dcl.csa-iot.org</a:t>
            </a:r>
          </a:p>
        </p:txBody>
      </p:sp>
      <p:sp>
        <p:nvSpPr>
          <p:cNvPr id="18" name="TextBox 17">
            <a:extLst>
              <a:ext uri="{FF2B5EF4-FFF2-40B4-BE49-F238E27FC236}">
                <a16:creationId xmlns:a16="http://schemas.microsoft.com/office/drawing/2014/main" id="{68E3245D-2FFB-E7B7-2E49-5C94DDA30E54}"/>
              </a:ext>
            </a:extLst>
          </p:cNvPr>
          <p:cNvSpPr txBox="1"/>
          <p:nvPr/>
        </p:nvSpPr>
        <p:spPr>
          <a:xfrm>
            <a:off x="9550940" y="5244577"/>
            <a:ext cx="2340026" cy="923330"/>
          </a:xfrm>
          <a:prstGeom prst="rect">
            <a:avLst/>
          </a:prstGeom>
          <a:noFill/>
        </p:spPr>
        <p:txBody>
          <a:bodyPr wrap="square">
            <a:spAutoFit/>
          </a:bodyPr>
          <a:lstStyle/>
          <a:p>
            <a:r>
              <a:rPr lang="en-US" b="1">
                <a:latin typeface="Arial" panose="020B0604020202020204" pitchFamily="34" charset="0"/>
                <a:cs typeface="Arial" panose="020B0604020202020204" pitchFamily="34" charset="0"/>
              </a:rPr>
              <a:t>Manufacturer, Model, SW version, Certificate ID</a:t>
            </a:r>
          </a:p>
        </p:txBody>
      </p:sp>
      <p:pic>
        <p:nvPicPr>
          <p:cNvPr id="20" name="Picture 19">
            <a:extLst>
              <a:ext uri="{FF2B5EF4-FFF2-40B4-BE49-F238E27FC236}">
                <a16:creationId xmlns:a16="http://schemas.microsoft.com/office/drawing/2014/main" id="{ED5B64E1-B614-0B31-D381-82C9189C96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033" y="859821"/>
            <a:ext cx="2653181" cy="3448350"/>
          </a:xfrm>
          <a:prstGeom prst="rect">
            <a:avLst/>
          </a:prstGeom>
        </p:spPr>
      </p:pic>
      <p:sp>
        <p:nvSpPr>
          <p:cNvPr id="21" name="Arrow: Right 20">
            <a:extLst>
              <a:ext uri="{FF2B5EF4-FFF2-40B4-BE49-F238E27FC236}">
                <a16:creationId xmlns:a16="http://schemas.microsoft.com/office/drawing/2014/main" id="{C8A921D6-A1FC-09C0-4F91-DEF708D50A4D}"/>
              </a:ext>
            </a:extLst>
          </p:cNvPr>
          <p:cNvSpPr/>
          <p:nvPr/>
        </p:nvSpPr>
        <p:spPr>
          <a:xfrm>
            <a:off x="5667855" y="5475898"/>
            <a:ext cx="978408" cy="484632"/>
          </a:xfrm>
          <a:prstGeom prst="rightArrow">
            <a:avLst/>
          </a:prstGeom>
          <a:solidFill>
            <a:srgbClr val="3C9FC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99FCE2B-2C92-5097-8DE3-AD4CF8308902}"/>
              </a:ext>
            </a:extLst>
          </p:cNvPr>
          <p:cNvSpPr txBox="1"/>
          <p:nvPr/>
        </p:nvSpPr>
        <p:spPr>
          <a:xfrm>
            <a:off x="6573609" y="2834716"/>
            <a:ext cx="5106984" cy="830997"/>
          </a:xfrm>
          <a:prstGeom prst="rect">
            <a:avLst/>
          </a:prstGeom>
          <a:noFill/>
        </p:spPr>
        <p:txBody>
          <a:bodyPr wrap="square">
            <a:spAutoFit/>
          </a:bodyPr>
          <a:lstStyle/>
          <a:p>
            <a:r>
              <a:rPr lang="en-US" sz="2400" b="1">
                <a:solidFill>
                  <a:srgbClr val="C00000"/>
                </a:solidFill>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mDNS advertisement intervals are implementation dependent</a:t>
            </a:r>
          </a:p>
        </p:txBody>
      </p:sp>
      <p:sp>
        <p:nvSpPr>
          <p:cNvPr id="33" name="TextBox 32">
            <a:extLst>
              <a:ext uri="{FF2B5EF4-FFF2-40B4-BE49-F238E27FC236}">
                <a16:creationId xmlns:a16="http://schemas.microsoft.com/office/drawing/2014/main" id="{37FD11CD-BFB7-57A5-2AA9-A40131C0EC1F}"/>
              </a:ext>
            </a:extLst>
          </p:cNvPr>
          <p:cNvSpPr txBox="1"/>
          <p:nvPr/>
        </p:nvSpPr>
        <p:spPr>
          <a:xfrm>
            <a:off x="6573609" y="1910167"/>
            <a:ext cx="5400227" cy="830997"/>
          </a:xfrm>
          <a:prstGeom prst="rect">
            <a:avLst/>
          </a:prstGeom>
          <a:noFill/>
        </p:spPr>
        <p:txBody>
          <a:bodyPr wrap="square">
            <a:spAutoFit/>
          </a:bodyPr>
          <a:lstStyle/>
          <a:p>
            <a:r>
              <a:rPr lang="en-US" sz="2400" b="1">
                <a:solidFill>
                  <a:srgbClr val="C00000"/>
                </a:solidFill>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Specification does not tightly define VID/PID advertisements</a:t>
            </a:r>
          </a:p>
        </p:txBody>
      </p:sp>
    </p:spTree>
    <p:extLst>
      <p:ext uri="{BB962C8B-B14F-4D97-AF65-F5344CB8AC3E}">
        <p14:creationId xmlns:p14="http://schemas.microsoft.com/office/powerpoint/2010/main" val="1113601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79FE-FFB3-3534-AA7D-61C1572CBDE3}"/>
            </a:ext>
          </a:extLst>
        </p:cNvPr>
        <p:cNvGrpSpPr/>
        <p:nvPr/>
      </p:nvGrpSpPr>
      <p:grpSpPr>
        <a:xfrm>
          <a:off x="0" y="0"/>
          <a:ext cx="0" cy="0"/>
          <a:chOff x="0" y="0"/>
          <a:chExt cx="0" cy="0"/>
        </a:xfrm>
      </p:grpSpPr>
      <p:sp>
        <p:nvSpPr>
          <p:cNvPr id="6" name="Shape 83">
            <a:extLst>
              <a:ext uri="{FF2B5EF4-FFF2-40B4-BE49-F238E27FC236}">
                <a16:creationId xmlns:a16="http://schemas.microsoft.com/office/drawing/2014/main" id="{CF3B0DEA-616C-A6FB-9C05-D370CF270C0E}"/>
              </a:ext>
            </a:extLst>
          </p:cNvPr>
          <p:cNvSpPr/>
          <p:nvPr/>
        </p:nvSpPr>
        <p:spPr>
          <a:xfrm>
            <a:off x="5679830" y="846253"/>
            <a:ext cx="6221883" cy="2236519"/>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1C7CBF16-5BEB-2CC6-4830-296BA819B9F7}"/>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r>
              <a:rPr lang="en-US" sz="2800" b="1">
                <a:solidFill>
                  <a:schemeClr val="bg1"/>
                </a:solidFill>
              </a:rPr>
              <a:t>     </a:t>
            </a:r>
            <a:r>
              <a:rPr lang="en-US" sz="2000" b="1">
                <a:solidFill>
                  <a:schemeClr val="bg1"/>
                </a:solidFill>
                <a:latin typeface="Arial" panose="020B0604020202020204" pitchFamily="34" charset="0"/>
                <a:cs typeface="Arial" panose="020B0604020202020204" pitchFamily="34" charset="0"/>
              </a:rPr>
              <a:t>RQ2   Rotating Device Identifier -  introduction of </a:t>
            </a:r>
            <a:r>
              <a:rPr lang="en-US" sz="2000" b="1">
                <a:solidFill>
                  <a:schemeClr val="bg1"/>
                </a:solidFill>
                <a:latin typeface="Arial" panose="020B0604020202020204" pitchFamily="34" charset="0"/>
                <a:ea typeface="Calibri"/>
                <a:cs typeface="Arial" panose="020B0604020202020204" pitchFamily="34" charset="0"/>
              </a:rPr>
              <a:t>measurable vulnerabilities</a:t>
            </a:r>
            <a:endParaRPr lang="en-US" sz="2000" b="1">
              <a:solidFill>
                <a:schemeClr val="bg1"/>
              </a:solidFill>
              <a:latin typeface="Arial" panose="020B0604020202020204" pitchFamily="34" charset="0"/>
              <a:ea typeface="Aptos" pitchFamily="34" charset="-122"/>
              <a:cs typeface="Arial" panose="020B0604020202020204" pitchFamily="34" charset="0"/>
            </a:endParaRPr>
          </a:p>
          <a:p>
            <a:endParaRPr lang="en-US" sz="2000">
              <a:latin typeface="Arial" panose="020B0604020202020204" pitchFamily="34" charset="0"/>
              <a:cs typeface="Arial" panose="020B0604020202020204" pitchFamily="34" charset="0"/>
            </a:endParaRPr>
          </a:p>
          <a:p>
            <a:endParaRPr lang="en-US" sz="2000">
              <a:latin typeface="Arial" panose="020B0604020202020204" pitchFamily="34" charset="0"/>
              <a:cs typeface="Arial" panose="020B0604020202020204" pitchFamily="34" charset="0"/>
            </a:endParaRPr>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197087AB-4159-C26A-E38E-6B672597DDD3}"/>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CA47759F-927F-4959-2CD9-DCB818FCEC48}"/>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B19D6BD4-6A65-A400-C75A-CA7D0106CF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E92B1765-B0DD-0111-244D-40BCF34B1D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8" name="TextBox 17">
            <a:extLst>
              <a:ext uri="{FF2B5EF4-FFF2-40B4-BE49-F238E27FC236}">
                <a16:creationId xmlns:a16="http://schemas.microsoft.com/office/drawing/2014/main" id="{DF37683F-65A4-2BA3-D823-538525803F83}"/>
              </a:ext>
            </a:extLst>
          </p:cNvPr>
          <p:cNvSpPr txBox="1"/>
          <p:nvPr/>
        </p:nvSpPr>
        <p:spPr>
          <a:xfrm>
            <a:off x="6177538" y="5442001"/>
            <a:ext cx="6014462" cy="307777"/>
          </a:xfrm>
          <a:prstGeom prst="rect">
            <a:avLst/>
          </a:prstGeom>
          <a:noFill/>
        </p:spPr>
        <p:txBody>
          <a:bodyPr wrap="square">
            <a:spAutoFit/>
          </a:bodyPr>
          <a:lstStyle/>
          <a:p>
            <a:pPr marR="0" lvl="0" algn="l" defTabSz="91440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Calibri"/>
                <a:cs typeface="Arial" panose="020B0604020202020204" pitchFamily="34" charset="0"/>
              </a:rPr>
              <a:t>(Rotating Device ID - Longitudinal study: June 2024-Nov 2025)</a:t>
            </a:r>
            <a:endParaRPr kumimoji="0" lang="en-US" sz="1400" b="0" i="0" u="none" strike="noStrike" kern="1200" cap="none" spc="0" normalizeH="0" baseline="0" noProof="0">
              <a:ln>
                <a:noFill/>
              </a:ln>
              <a:solidFill>
                <a:srgbClr val="000000"/>
              </a:solidFill>
              <a:effectLst/>
              <a:uLnTx/>
              <a:uFillTx/>
              <a:latin typeface="Calibri"/>
              <a:ea typeface="Calibri"/>
              <a:cs typeface="Calibri"/>
            </a:endParaRPr>
          </a:p>
        </p:txBody>
      </p:sp>
      <p:sp>
        <p:nvSpPr>
          <p:cNvPr id="41" name="Text 10">
            <a:extLst>
              <a:ext uri="{FF2B5EF4-FFF2-40B4-BE49-F238E27FC236}">
                <a16:creationId xmlns:a16="http://schemas.microsoft.com/office/drawing/2014/main" id="{68B31A17-4E37-423E-9B1B-17785731CD28}"/>
              </a:ext>
            </a:extLst>
          </p:cNvPr>
          <p:cNvSpPr txBox="1"/>
          <p:nvPr/>
        </p:nvSpPr>
        <p:spPr>
          <a:xfrm>
            <a:off x="5829969" y="1085566"/>
            <a:ext cx="6005204" cy="384048"/>
          </a:xfrm>
          <a:prstGeom prst="rect">
            <a:avLst/>
          </a:prstGeom>
          <a:noFill/>
          <a:ln/>
        </p:spPr>
        <p:txBody>
          <a:bodyPr wrap="square" lIns="0" tIns="0" rIns="0" bIns="0" rtlCol="0" anchor="ctr"/>
          <a:lstStyle/>
          <a:p>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Inconsistent RDI rotation undermines privacy - enables device fingerprinting</a:t>
            </a:r>
            <a:endParaRPr lang="en-US" sz="2400" b="1">
              <a:latin typeface="Arial" panose="020B0604020202020204" pitchFamily="34" charset="0"/>
              <a:cs typeface="Arial" panose="020B0604020202020204" pitchFamily="34" charset="0"/>
            </a:endParaRPr>
          </a:p>
        </p:txBody>
      </p:sp>
      <p:sp>
        <p:nvSpPr>
          <p:cNvPr id="49" name="Text 14">
            <a:extLst>
              <a:ext uri="{FF2B5EF4-FFF2-40B4-BE49-F238E27FC236}">
                <a16:creationId xmlns:a16="http://schemas.microsoft.com/office/drawing/2014/main" id="{0AFAD706-576B-2B5B-0830-96E951E39219}"/>
              </a:ext>
            </a:extLst>
          </p:cNvPr>
          <p:cNvSpPr txBox="1"/>
          <p:nvPr/>
        </p:nvSpPr>
        <p:spPr>
          <a:xfrm>
            <a:off x="5829969" y="2382268"/>
            <a:ext cx="5501973" cy="411480"/>
          </a:xfrm>
          <a:prstGeom prst="rect">
            <a:avLst/>
          </a:prstGeom>
          <a:noFill/>
          <a:ln/>
        </p:spPr>
        <p:txBody>
          <a:bodyPr wrap="square" lIns="0" tIns="0" rIns="0" bIns="0" rtlCol="0" anchor="ctr"/>
          <a:lstStyle/>
          <a:p>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RDI behavior varies across vendors</a:t>
            </a:r>
            <a:endParaRPr lang="en-US" sz="240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EA2C4597-1B66-C48F-1FDE-068C73421BBA}"/>
              </a:ext>
            </a:extLst>
          </p:cNvPr>
          <p:cNvSpPr txBox="1"/>
          <p:nvPr/>
        </p:nvSpPr>
        <p:spPr>
          <a:xfrm>
            <a:off x="217301" y="3206639"/>
            <a:ext cx="5270278" cy="338554"/>
          </a:xfrm>
          <a:prstGeom prst="rect">
            <a:avLst/>
          </a:prstGeom>
          <a:noFill/>
        </p:spPr>
        <p:txBody>
          <a:bodyPr wrap="square">
            <a:spAutoFit/>
          </a:bodyPr>
          <a:lstStyle/>
          <a:p>
            <a:pPr marL="342900" indent="-342900">
              <a:buAutoNum type="alphaLcParenBoth"/>
            </a:pPr>
            <a:r>
              <a:rPr lang="en-US" sz="1600" b="1" err="1">
                <a:solidFill>
                  <a:srgbClr val="000000"/>
                </a:solidFill>
                <a:latin typeface="Arial" panose="020B0604020202020204" pitchFamily="34" charset="0"/>
                <a:ea typeface="Calibri"/>
                <a:cs typeface="Arial" panose="020B0604020202020204" pitchFamily="34" charset="0"/>
              </a:rPr>
              <a:t>Linkind</a:t>
            </a:r>
            <a:r>
              <a:rPr lang="en-US" sz="1600" b="1">
                <a:solidFill>
                  <a:srgbClr val="000000"/>
                </a:solidFill>
                <a:latin typeface="Arial" panose="020B0604020202020204" pitchFamily="34" charset="0"/>
                <a:ea typeface="Calibri"/>
                <a:cs typeface="Arial" panose="020B0604020202020204" pitchFamily="34" charset="0"/>
              </a:rPr>
              <a:t> Matter Plug: </a:t>
            </a:r>
            <a:r>
              <a:rPr lang="en-US" sz="1600">
                <a:solidFill>
                  <a:srgbClr val="000000"/>
                </a:solidFill>
                <a:latin typeface="Arial" panose="020B0604020202020204" pitchFamily="34" charset="0"/>
                <a:ea typeface="Calibri"/>
                <a:cs typeface="Arial" panose="020B0604020202020204" pitchFamily="34" charset="0"/>
              </a:rPr>
              <a:t>11 rotations over 266 days</a:t>
            </a:r>
          </a:p>
        </p:txBody>
      </p:sp>
      <p:sp>
        <p:nvSpPr>
          <p:cNvPr id="57" name="TextBox 56">
            <a:extLst>
              <a:ext uri="{FF2B5EF4-FFF2-40B4-BE49-F238E27FC236}">
                <a16:creationId xmlns:a16="http://schemas.microsoft.com/office/drawing/2014/main" id="{FC982B22-C30E-CF41-B943-FD2B8BC278F8}"/>
              </a:ext>
            </a:extLst>
          </p:cNvPr>
          <p:cNvSpPr txBox="1"/>
          <p:nvPr/>
        </p:nvSpPr>
        <p:spPr>
          <a:xfrm>
            <a:off x="217300" y="6090222"/>
            <a:ext cx="5878699" cy="338554"/>
          </a:xfrm>
          <a:prstGeom prst="rect">
            <a:avLst/>
          </a:prstGeom>
          <a:noFill/>
        </p:spPr>
        <p:txBody>
          <a:bodyPr wrap="square">
            <a:spAutoFit/>
          </a:bodyPr>
          <a:lstStyle/>
          <a:p>
            <a:r>
              <a:rPr lang="en-US" sz="1600" b="1">
                <a:solidFill>
                  <a:srgbClr val="000000"/>
                </a:solidFill>
                <a:latin typeface="Arial" panose="020B0604020202020204" pitchFamily="34" charset="0"/>
                <a:ea typeface="Calibri"/>
                <a:cs typeface="Arial" panose="020B0604020202020204" pitchFamily="34" charset="0"/>
              </a:rPr>
              <a:t>(b) </a:t>
            </a:r>
            <a:r>
              <a:rPr lang="en-US" sz="1600" b="1" err="1">
                <a:solidFill>
                  <a:srgbClr val="000000"/>
                </a:solidFill>
                <a:latin typeface="Arial" panose="020B0604020202020204" pitchFamily="34" charset="0"/>
                <a:ea typeface="Calibri"/>
                <a:cs typeface="Arial" panose="020B0604020202020204" pitchFamily="34" charset="0"/>
              </a:rPr>
              <a:t>Cync</a:t>
            </a:r>
            <a:r>
              <a:rPr lang="en-US" sz="1600" b="1">
                <a:solidFill>
                  <a:srgbClr val="000000"/>
                </a:solidFill>
                <a:latin typeface="Arial" panose="020B0604020202020204" pitchFamily="34" charset="0"/>
                <a:ea typeface="Calibri"/>
                <a:cs typeface="Arial" panose="020B0604020202020204" pitchFamily="34" charset="0"/>
              </a:rPr>
              <a:t> Matter Plug:  </a:t>
            </a:r>
            <a:r>
              <a:rPr lang="en-US" sz="1600">
                <a:solidFill>
                  <a:srgbClr val="000000"/>
                </a:solidFill>
                <a:latin typeface="Arial" panose="020B0604020202020204" pitchFamily="34" charset="0"/>
                <a:ea typeface="Calibri"/>
                <a:cs typeface="Arial" panose="020B0604020202020204" pitchFamily="34" charset="0"/>
              </a:rPr>
              <a:t>3</a:t>
            </a:r>
            <a:r>
              <a:rPr lang="en-US" sz="1600" b="1">
                <a:solidFill>
                  <a:srgbClr val="000000"/>
                </a:solidFill>
                <a:latin typeface="Arial" panose="020B0604020202020204" pitchFamily="34" charset="0"/>
                <a:ea typeface="Calibri"/>
                <a:cs typeface="Arial" panose="020B0604020202020204" pitchFamily="34" charset="0"/>
              </a:rPr>
              <a:t> </a:t>
            </a:r>
            <a:r>
              <a:rPr lang="en-US" sz="1600">
                <a:solidFill>
                  <a:srgbClr val="000000"/>
                </a:solidFill>
                <a:latin typeface="Arial" panose="020B0604020202020204" pitchFamily="34" charset="0"/>
                <a:ea typeface="Calibri"/>
                <a:cs typeface="Arial" panose="020B0604020202020204" pitchFamily="34" charset="0"/>
              </a:rPr>
              <a:t>rotations, single key for 263 days</a:t>
            </a:r>
          </a:p>
        </p:txBody>
      </p:sp>
      <p:sp>
        <p:nvSpPr>
          <p:cNvPr id="61" name="Slide Number Placeholder 60">
            <a:extLst>
              <a:ext uri="{FF2B5EF4-FFF2-40B4-BE49-F238E27FC236}">
                <a16:creationId xmlns:a16="http://schemas.microsoft.com/office/drawing/2014/main" id="{837EC310-0538-FCF6-3AD2-9D2FDCA9824D}"/>
              </a:ext>
            </a:extLst>
          </p:cNvPr>
          <p:cNvSpPr>
            <a:spLocks noGrp="1"/>
          </p:cNvSpPr>
          <p:nvPr>
            <p:ph type="sldNum" sz="quarter" idx="12"/>
          </p:nvPr>
        </p:nvSpPr>
        <p:spPr>
          <a:xfrm>
            <a:off x="8610600" y="5749825"/>
            <a:ext cx="2743200" cy="365125"/>
          </a:xfrm>
        </p:spPr>
        <p:txBody>
          <a:bodyPr/>
          <a:lstStyle/>
          <a:p>
            <a:fld id="{F8B2AEEB-57C9-4BA6-8192-32186CDF2FF3}" type="slidenum">
              <a:rPr lang="en-US" smtClean="0"/>
              <a:t>10</a:t>
            </a:fld>
            <a:endParaRPr lang="en-US"/>
          </a:p>
        </p:txBody>
      </p:sp>
      <p:sp>
        <p:nvSpPr>
          <p:cNvPr id="63" name="Text 12">
            <a:extLst>
              <a:ext uri="{FF2B5EF4-FFF2-40B4-BE49-F238E27FC236}">
                <a16:creationId xmlns:a16="http://schemas.microsoft.com/office/drawing/2014/main" id="{9DE43315-CBA5-5465-5DD5-02B35C3A6F0C}"/>
              </a:ext>
            </a:extLst>
          </p:cNvPr>
          <p:cNvSpPr txBox="1"/>
          <p:nvPr/>
        </p:nvSpPr>
        <p:spPr>
          <a:xfrm>
            <a:off x="5829969" y="1809639"/>
            <a:ext cx="5371235" cy="411480"/>
          </a:xfrm>
          <a:prstGeom prst="rect">
            <a:avLst/>
          </a:prstGeom>
          <a:noFill/>
          <a:ln/>
        </p:spPr>
        <p:txBody>
          <a:bodyPr wrap="square" lIns="0" tIns="0" rIns="0" bIns="0" rtlCol="0" anchor="ctr"/>
          <a:lstStyle/>
          <a:p>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RDI exhibits extended lifespan</a:t>
            </a:r>
            <a:endParaRPr lang="en-US" sz="2400">
              <a:latin typeface="Arial" panose="020B0604020202020204" pitchFamily="34" charset="0"/>
              <a:cs typeface="Arial" panose="020B0604020202020204" pitchFamily="34" charset="0"/>
            </a:endParaRPr>
          </a:p>
        </p:txBody>
      </p:sp>
      <p:pic>
        <p:nvPicPr>
          <p:cNvPr id="68" name="Picture 67">
            <a:extLst>
              <a:ext uri="{FF2B5EF4-FFF2-40B4-BE49-F238E27FC236}">
                <a16:creationId xmlns:a16="http://schemas.microsoft.com/office/drawing/2014/main" id="{41AA99A3-4577-0251-F65F-8502A90F3C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424" y="3717205"/>
            <a:ext cx="3896440" cy="2331676"/>
          </a:xfrm>
          <a:prstGeom prst="rect">
            <a:avLst/>
          </a:prstGeom>
        </p:spPr>
      </p:pic>
      <p:pic>
        <p:nvPicPr>
          <p:cNvPr id="70" name="Picture 69">
            <a:extLst>
              <a:ext uri="{FF2B5EF4-FFF2-40B4-BE49-F238E27FC236}">
                <a16:creationId xmlns:a16="http://schemas.microsoft.com/office/drawing/2014/main" id="{B9E953D2-F305-2D2F-89E2-708CB26316B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301" y="829218"/>
            <a:ext cx="3977563" cy="2377421"/>
          </a:xfrm>
          <a:prstGeom prst="rect">
            <a:avLst/>
          </a:prstGeom>
        </p:spPr>
      </p:pic>
      <p:sp>
        <p:nvSpPr>
          <p:cNvPr id="10" name="Shape 83">
            <a:extLst>
              <a:ext uri="{FF2B5EF4-FFF2-40B4-BE49-F238E27FC236}">
                <a16:creationId xmlns:a16="http://schemas.microsoft.com/office/drawing/2014/main" id="{95B86CD6-2CAC-0031-59B0-9F5F4F335019}"/>
              </a:ext>
            </a:extLst>
          </p:cNvPr>
          <p:cNvSpPr/>
          <p:nvPr/>
        </p:nvSpPr>
        <p:spPr>
          <a:xfrm>
            <a:off x="5679830" y="3322086"/>
            <a:ext cx="6221882" cy="2119868"/>
          </a:xfrm>
          <a:prstGeom prst="roundRect">
            <a:avLst>
              <a:gd name="adj" fmla="val 6667"/>
            </a:avLst>
          </a:prstGeom>
          <a:solidFill>
            <a:schemeClr val="bg1">
              <a:lumMod val="95000"/>
            </a:schemeClr>
          </a:solidFill>
          <a:ln w="12700">
            <a:solidFill>
              <a:srgbClr val="A0B4D0"/>
            </a:solidFill>
            <a:prstDash val="solid"/>
          </a:ln>
        </p:spPr>
        <p:txBody>
          <a:bodyPr/>
          <a:lstStyle/>
          <a:p>
            <a:pPr rtl="0"/>
            <a:r>
              <a:rPr lang="en-US" sz="2400">
                <a:solidFill>
                  <a:prstClr val="black"/>
                </a:solidFill>
                <a:latin typeface="Arial" panose="020B0604020202020204" pitchFamily="34" charset="0"/>
                <a:cs typeface="Arial" panose="020B0604020202020204" pitchFamily="34" charset="0"/>
              </a:rPr>
              <a:t>Optional security mechanism to prevent long-term cross-network tracking (36‑hex‑digit string).</a:t>
            </a:r>
          </a:p>
          <a:p>
            <a:pPr rtl="0"/>
            <a:r>
              <a:rPr lang="en-US" sz="2400">
                <a:solidFill>
                  <a:prstClr val="black"/>
                </a:solidFill>
                <a:latin typeface="Arial" panose="020B0604020202020204" pitchFamily="34" charset="0"/>
                <a:cs typeface="Arial" panose="020B0604020202020204" pitchFamily="34" charset="0"/>
              </a:rPr>
              <a:t>Key rotation based on advertising-session counter</a:t>
            </a:r>
          </a:p>
        </p:txBody>
      </p:sp>
    </p:spTree>
    <p:extLst>
      <p:ext uri="{BB962C8B-B14F-4D97-AF65-F5344CB8AC3E}">
        <p14:creationId xmlns:p14="http://schemas.microsoft.com/office/powerpoint/2010/main" val="172781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CB58-27A0-A3E2-B61A-B28BBCC849A2}"/>
            </a:ext>
          </a:extLst>
        </p:cNvPr>
        <p:cNvGrpSpPr/>
        <p:nvPr/>
      </p:nvGrpSpPr>
      <p:grpSpPr>
        <a:xfrm>
          <a:off x="0" y="0"/>
          <a:ext cx="0" cy="0"/>
          <a:chOff x="0" y="0"/>
          <a:chExt cx="0" cy="0"/>
        </a:xfrm>
      </p:grpSpPr>
      <p:sp>
        <p:nvSpPr>
          <p:cNvPr id="176" name="Shape 83">
            <a:extLst>
              <a:ext uri="{FF2B5EF4-FFF2-40B4-BE49-F238E27FC236}">
                <a16:creationId xmlns:a16="http://schemas.microsoft.com/office/drawing/2014/main" id="{96748853-C3C0-C6A0-3A0F-A545396FA330}"/>
              </a:ext>
            </a:extLst>
          </p:cNvPr>
          <p:cNvSpPr/>
          <p:nvPr/>
        </p:nvSpPr>
        <p:spPr>
          <a:xfrm>
            <a:off x="5715422" y="3975353"/>
            <a:ext cx="6221882" cy="2363187"/>
          </a:xfrm>
          <a:prstGeom prst="roundRect">
            <a:avLst>
              <a:gd name="adj" fmla="val 6667"/>
            </a:avLst>
          </a:prstGeom>
          <a:solidFill>
            <a:schemeClr val="bg1">
              <a:lumMod val="95000"/>
            </a:schemeClr>
          </a:solidFill>
          <a:ln w="12700">
            <a:solidFill>
              <a:srgbClr val="A0B4D0"/>
            </a:solidFill>
            <a:prstDash val="solid"/>
          </a:ln>
        </p:spPr>
        <p:txBody>
          <a:bodyPr/>
          <a:lstStyle/>
          <a:p>
            <a:pPr rtl="0"/>
            <a:endParaRPr lang="en-US" sz="2400">
              <a:solidFill>
                <a:prstClr val="black"/>
              </a:solidFill>
              <a:latin typeface="Arial" panose="020B0604020202020204" pitchFamily="34" charset="0"/>
              <a:cs typeface="Arial" panose="020B0604020202020204" pitchFamily="34" charset="0"/>
            </a:endParaRPr>
          </a:p>
        </p:txBody>
      </p:sp>
      <p:sp>
        <p:nvSpPr>
          <p:cNvPr id="174" name="Shape 83">
            <a:extLst>
              <a:ext uri="{FF2B5EF4-FFF2-40B4-BE49-F238E27FC236}">
                <a16:creationId xmlns:a16="http://schemas.microsoft.com/office/drawing/2014/main" id="{ECAE80B4-E1A0-93F3-410E-848138D3E93E}"/>
              </a:ext>
            </a:extLst>
          </p:cNvPr>
          <p:cNvSpPr/>
          <p:nvPr/>
        </p:nvSpPr>
        <p:spPr>
          <a:xfrm>
            <a:off x="5724395" y="871754"/>
            <a:ext cx="6212909" cy="2824663"/>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8EE20084-C7B9-6A1E-6614-A339B785B15C}"/>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rPr>
              <a:t>  </a:t>
            </a:r>
            <a:r>
              <a:rPr lang="en-GB" sz="2000" b="1">
                <a:solidFill>
                  <a:schemeClr val="bg1"/>
                </a:solidFill>
                <a:latin typeface="Arial" panose="020B0604020202020204" pitchFamily="34" charset="0"/>
                <a:cs typeface="Arial" panose="020B0604020202020204" pitchFamily="34" charset="0"/>
              </a:rPr>
              <a:t>RQ2    Matter software version determination - “</a:t>
            </a:r>
            <a:r>
              <a:rPr lang="en-GB" sz="2000" b="1" err="1">
                <a:solidFill>
                  <a:schemeClr val="bg1"/>
                </a:solidFill>
                <a:latin typeface="Arial" panose="020B0604020202020204" pitchFamily="34" charset="0"/>
                <a:cs typeface="Arial" panose="020B0604020202020204" pitchFamily="34" charset="0"/>
              </a:rPr>
              <a:t>ClusterRevision</a:t>
            </a:r>
            <a:r>
              <a:rPr lang="en-GB" sz="2000" b="1">
                <a:solidFill>
                  <a:schemeClr val="bg1"/>
                </a:solidFill>
                <a:latin typeface="Arial" panose="020B0604020202020204" pitchFamily="34" charset="0"/>
                <a:cs typeface="Arial" panose="020B0604020202020204" pitchFamily="34" charset="0"/>
              </a:rPr>
              <a:t>” in network traffic</a:t>
            </a:r>
            <a:endParaRPr lang="en-GB" sz="2000" b="1">
              <a:solidFill>
                <a:schemeClr val="bg1"/>
              </a:solidFill>
              <a:latin typeface="Arial" panose="020B0604020202020204" pitchFamily="34" charset="0"/>
              <a:ea typeface="Calibri"/>
              <a:cs typeface="Arial" panose="020B0604020202020204" pitchFamily="34" charset="0"/>
            </a:endParaRPr>
          </a:p>
          <a:p>
            <a:endParaRPr lang="en-US" sz="2000" b="1">
              <a:solidFill>
                <a:srgbClr val="FFFFFF"/>
              </a:solidFill>
              <a:latin typeface="Arial" panose="020B0604020202020204" pitchFamily="34" charset="0"/>
              <a:ea typeface="Aptos" pitchFamily="34" charset="-122"/>
              <a:cs typeface="Arial" panose="020B0604020202020204" pitchFamily="34" charset="0"/>
            </a:endParaRPr>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21FFA2CE-7494-F1E9-AEF5-D08A5043E01B}"/>
              </a:ext>
            </a:extLst>
          </p:cNvPr>
          <p:cNvSpPr>
            <a:spLocks noGrp="1"/>
          </p:cNvSpPr>
          <p:nvPr/>
        </p:nvSpPr>
        <p:spPr>
          <a:xfrm>
            <a:off x="889508" y="6626225"/>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958A00FC-920B-8593-8D10-6D5CB41C350F}"/>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5616C839-8FD0-1C3D-0051-1F7C649BE606}"/>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D55058C2-C020-CF14-5CDB-7C0D99A66C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F680F3C4-FEA1-F6FA-7D28-BDAEA83571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232" name="Text 23">
            <a:extLst>
              <a:ext uri="{FF2B5EF4-FFF2-40B4-BE49-F238E27FC236}">
                <a16:creationId xmlns:a16="http://schemas.microsoft.com/office/drawing/2014/main" id="{69848046-E926-ED31-A9B8-AC6EF2193152}"/>
              </a:ext>
            </a:extLst>
          </p:cNvPr>
          <p:cNvSpPr txBox="1"/>
          <p:nvPr/>
        </p:nvSpPr>
        <p:spPr>
          <a:xfrm>
            <a:off x="5818909" y="915219"/>
            <a:ext cx="6062749" cy="295375"/>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Matter Versions indistinguishable</a:t>
            </a:r>
            <a:endParaRPr lang="en-US" sz="2400">
              <a:latin typeface="Arial" panose="020B0604020202020204" pitchFamily="34" charset="0"/>
              <a:cs typeface="Arial" panose="020B0604020202020204" pitchFamily="34" charset="0"/>
            </a:endParaRPr>
          </a:p>
        </p:txBody>
      </p:sp>
      <p:sp>
        <p:nvSpPr>
          <p:cNvPr id="234" name="Text 25">
            <a:extLst>
              <a:ext uri="{FF2B5EF4-FFF2-40B4-BE49-F238E27FC236}">
                <a16:creationId xmlns:a16="http://schemas.microsoft.com/office/drawing/2014/main" id="{50F3685E-57A5-6C0C-3AFB-09D2DBBCA282}"/>
              </a:ext>
            </a:extLst>
          </p:cNvPr>
          <p:cNvSpPr txBox="1"/>
          <p:nvPr/>
        </p:nvSpPr>
        <p:spPr>
          <a:xfrm>
            <a:off x="5850722" y="1423487"/>
            <a:ext cx="5769022" cy="354117"/>
          </a:xfrm>
          <a:prstGeom prst="rect">
            <a:avLst/>
          </a:prstGeom>
          <a:solidFill>
            <a:schemeClr val="bg1"/>
          </a:solidFill>
          <a:ln/>
        </p:spPr>
        <p:txBody>
          <a:bodyPr wrap="square" lIns="0" tIns="0" rIns="0" bIns="0" rtlCol="0" anchor="ctr"/>
          <a:lstStyle/>
          <a:p>
            <a:pPr rtl="0"/>
            <a:r>
              <a:rPr lang="en-US" sz="2400" err="1">
                <a:solidFill>
                  <a:srgbClr val="1A1A1A"/>
                </a:solidFill>
                <a:latin typeface="Arial" panose="020B0604020202020204" pitchFamily="34" charset="0"/>
                <a:ea typeface="Aptos" pitchFamily="34" charset="-122"/>
                <a:cs typeface="Arial" panose="020B0604020202020204" pitchFamily="34" charset="0"/>
              </a:rPr>
              <a:t>ClusterRevision</a:t>
            </a:r>
            <a:r>
              <a:rPr lang="en-US" sz="2400">
                <a:solidFill>
                  <a:srgbClr val="1A1A1A"/>
                </a:solidFill>
                <a:latin typeface="Arial" panose="020B0604020202020204" pitchFamily="34" charset="0"/>
                <a:ea typeface="Aptos" pitchFamily="34" charset="-122"/>
                <a:cs typeface="Arial" panose="020B0604020202020204" pitchFamily="34" charset="0"/>
              </a:rPr>
              <a:t> values duplicated - Network traffic cannot distinguish.</a:t>
            </a:r>
            <a:endParaRPr lang="en-US" sz="2400">
              <a:solidFill>
                <a:prstClr val="black"/>
              </a:solidFill>
              <a:latin typeface="Arial" panose="020B0604020202020204" pitchFamily="34" charset="0"/>
              <a:cs typeface="Arial" panose="020B0604020202020204" pitchFamily="34" charset="0"/>
            </a:endParaRPr>
          </a:p>
        </p:txBody>
      </p:sp>
      <p:sp>
        <p:nvSpPr>
          <p:cNvPr id="236" name="Text 27">
            <a:extLst>
              <a:ext uri="{FF2B5EF4-FFF2-40B4-BE49-F238E27FC236}">
                <a16:creationId xmlns:a16="http://schemas.microsoft.com/office/drawing/2014/main" id="{83AE6DE6-844C-660E-A664-174C8DA4D747}"/>
              </a:ext>
            </a:extLst>
          </p:cNvPr>
          <p:cNvSpPr txBox="1"/>
          <p:nvPr/>
        </p:nvSpPr>
        <p:spPr>
          <a:xfrm>
            <a:off x="5818909" y="2134561"/>
            <a:ext cx="6118395" cy="283767"/>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Mixed-version implementations</a:t>
            </a:r>
            <a:endParaRPr lang="en-US" sz="2400" b="1">
              <a:latin typeface="Arial" panose="020B0604020202020204" pitchFamily="34" charset="0"/>
              <a:cs typeface="Arial" panose="020B0604020202020204" pitchFamily="34" charset="0"/>
            </a:endParaRPr>
          </a:p>
        </p:txBody>
      </p:sp>
      <p:sp>
        <p:nvSpPr>
          <p:cNvPr id="238" name="Text 29">
            <a:extLst>
              <a:ext uri="{FF2B5EF4-FFF2-40B4-BE49-F238E27FC236}">
                <a16:creationId xmlns:a16="http://schemas.microsoft.com/office/drawing/2014/main" id="{239FE350-DCCC-D769-C71B-3219BF5A4D1E}"/>
              </a:ext>
            </a:extLst>
          </p:cNvPr>
          <p:cNvSpPr txBox="1"/>
          <p:nvPr/>
        </p:nvSpPr>
        <p:spPr>
          <a:xfrm>
            <a:off x="5850722" y="2786414"/>
            <a:ext cx="5961517" cy="354117"/>
          </a:xfrm>
          <a:prstGeom prst="rect">
            <a:avLst/>
          </a:prstGeom>
          <a:solidFill>
            <a:schemeClr val="bg1"/>
          </a:solidFill>
          <a:ln/>
        </p:spPr>
        <p:txBody>
          <a:bodyPr wrap="square" lIns="0" tIns="0" rIns="0" bIns="0" rtlCol="0" anchor="ctr"/>
          <a:lstStyle/>
          <a:p>
            <a:pPr rtl="0"/>
            <a:r>
              <a:rPr lang="en-US" sz="2400">
                <a:latin typeface="Arial" panose="020B0604020202020204" pitchFamily="34" charset="0"/>
                <a:cs typeface="Arial" panose="020B0604020202020204" pitchFamily="34" charset="0"/>
              </a:rPr>
              <a:t>A device may report an older </a:t>
            </a:r>
            <a:r>
              <a:rPr lang="en-US" sz="2400" err="1">
                <a:latin typeface="Arial" panose="020B0604020202020204" pitchFamily="34" charset="0"/>
                <a:cs typeface="Arial" panose="020B0604020202020204" pitchFamily="34" charset="0"/>
              </a:rPr>
              <a:t>ClusterRevision</a:t>
            </a:r>
            <a:r>
              <a:rPr lang="en-US" sz="2400">
                <a:latin typeface="Arial" panose="020B0604020202020204" pitchFamily="34" charset="0"/>
                <a:cs typeface="Arial" panose="020B0604020202020204" pitchFamily="34" charset="0"/>
              </a:rPr>
              <a:t> while supporting newer attributes for backward compatibility.</a:t>
            </a:r>
            <a:endParaRPr lang="en-US" sz="2400">
              <a:solidFill>
                <a:prstClr val="black"/>
              </a:solidFill>
              <a:latin typeface="Arial" panose="020B0604020202020204" pitchFamily="34" charset="0"/>
              <a:cs typeface="Arial" panose="020B0604020202020204" pitchFamily="34" charset="0"/>
            </a:endParaRPr>
          </a:p>
        </p:txBody>
      </p:sp>
      <p:sp>
        <p:nvSpPr>
          <p:cNvPr id="243" name="TextBox 242">
            <a:extLst>
              <a:ext uri="{FF2B5EF4-FFF2-40B4-BE49-F238E27FC236}">
                <a16:creationId xmlns:a16="http://schemas.microsoft.com/office/drawing/2014/main" id="{4856D48D-4F27-268A-2290-512A51B1C4EC}"/>
              </a:ext>
            </a:extLst>
          </p:cNvPr>
          <p:cNvSpPr txBox="1"/>
          <p:nvPr/>
        </p:nvSpPr>
        <p:spPr>
          <a:xfrm>
            <a:off x="5752849" y="4089559"/>
            <a:ext cx="6030936" cy="2092881"/>
          </a:xfrm>
          <a:prstGeom prst="rect">
            <a:avLst/>
          </a:prstGeom>
          <a:noFill/>
        </p:spPr>
        <p:txBody>
          <a:bodyPr wrap="square">
            <a:spAutoFit/>
          </a:bodyPr>
          <a:lstStyle/>
          <a:p>
            <a:pPr>
              <a:spcBef>
                <a:spcPts val="1200"/>
              </a:spcBef>
            </a:pPr>
            <a:r>
              <a:rPr lang="en-US" sz="2400">
                <a:latin typeface="Arial" panose="020B0604020202020204" pitchFamily="34" charset="0"/>
                <a:cs typeface="Arial" panose="020B0604020202020204" pitchFamily="34" charset="0"/>
              </a:rPr>
              <a:t>Matter Basic Information Cluster’s </a:t>
            </a:r>
            <a:r>
              <a:rPr lang="en-US" sz="2400" err="1">
                <a:latin typeface="Arial" panose="020B0604020202020204" pitchFamily="34" charset="0"/>
                <a:cs typeface="Arial" panose="020B0604020202020204" pitchFamily="34" charset="0"/>
              </a:rPr>
              <a:t>ClusterRevision</a:t>
            </a:r>
            <a:r>
              <a:rPr lang="en-US" sz="2400">
                <a:latin typeface="Arial" panose="020B0604020202020204" pitchFamily="34" charset="0"/>
                <a:cs typeface="Arial" panose="020B0604020202020204" pitchFamily="34" charset="0"/>
              </a:rPr>
              <a:t> indicates the Matter specification version from captured traffic.</a:t>
            </a:r>
          </a:p>
          <a:p>
            <a:pPr>
              <a:spcBef>
                <a:spcPts val="1200"/>
              </a:spcBef>
            </a:pPr>
            <a:r>
              <a:rPr lang="en-US" sz="2400" err="1">
                <a:solidFill>
                  <a:srgbClr val="1A1A1A"/>
                </a:solidFill>
                <a:latin typeface="Arial" panose="020B0604020202020204" pitchFamily="34" charset="0"/>
                <a:ea typeface="Aptos" pitchFamily="34" charset="-122"/>
                <a:cs typeface="Arial" panose="020B0604020202020204" pitchFamily="34" charset="0"/>
              </a:rPr>
              <a:t>ClusterRevision</a:t>
            </a:r>
            <a:r>
              <a:rPr lang="en-US" sz="2400">
                <a:solidFill>
                  <a:srgbClr val="1A1A1A"/>
                </a:solidFill>
                <a:latin typeface="Arial" panose="020B0604020202020204" pitchFamily="34" charset="0"/>
                <a:ea typeface="Aptos" pitchFamily="34" charset="-122"/>
                <a:cs typeface="Arial" panose="020B0604020202020204" pitchFamily="34" charset="0"/>
              </a:rPr>
              <a:t> = </a:t>
            </a:r>
            <a:r>
              <a:rPr lang="en-US" sz="2400" b="1">
                <a:solidFill>
                  <a:srgbClr val="3C9FC2"/>
                </a:solidFill>
                <a:latin typeface="Arial" panose="020B0604020202020204" pitchFamily="34" charset="0"/>
                <a:ea typeface="Aptos" pitchFamily="34" charset="-122"/>
                <a:cs typeface="Arial" panose="020B0604020202020204" pitchFamily="34" charset="0"/>
              </a:rPr>
              <a:t>1</a:t>
            </a:r>
            <a:r>
              <a:rPr lang="en-US" sz="2400" b="1">
                <a:solidFill>
                  <a:srgbClr val="0070C0"/>
                </a:solidFill>
                <a:latin typeface="Arial" panose="020B0604020202020204" pitchFamily="34" charset="0"/>
                <a:ea typeface="Aptos" pitchFamily="34" charset="-122"/>
                <a:cs typeface="Arial" panose="020B0604020202020204" pitchFamily="34" charset="0"/>
              </a:rPr>
              <a:t>  </a:t>
            </a:r>
            <a:r>
              <a:rPr lang="en-US" sz="2400" b="1">
                <a:solidFill>
                  <a:srgbClr val="0070C0"/>
                </a:solidFill>
                <a:latin typeface="Arial" panose="020B0604020202020204" pitchFamily="34" charset="0"/>
                <a:ea typeface="Aptos" pitchFamily="34" charset="-122"/>
                <a:cs typeface="Arial" panose="020B0604020202020204" pitchFamily="34" charset="0"/>
                <a:sym typeface="Wingdings" panose="05000000000000000000" pitchFamily="2" charset="2"/>
              </a:rPr>
              <a:t></a:t>
            </a:r>
            <a:r>
              <a:rPr lang="en-US" sz="2400" b="1">
                <a:solidFill>
                  <a:srgbClr val="0070C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Matter </a:t>
            </a:r>
            <a:r>
              <a:rPr lang="en-US" sz="2400" b="1">
                <a:solidFill>
                  <a:srgbClr val="3C9FC2"/>
                </a:solidFill>
                <a:latin typeface="Arial" panose="020B0604020202020204" pitchFamily="34" charset="0"/>
                <a:ea typeface="Aptos" pitchFamily="34" charset="-122"/>
                <a:cs typeface="Arial" panose="020B0604020202020204" pitchFamily="34" charset="0"/>
              </a:rPr>
              <a:t>1.0</a:t>
            </a:r>
            <a:endParaRPr lang="en-US" sz="2400">
              <a:solidFill>
                <a:srgbClr val="3C9FC2"/>
              </a:solidFill>
              <a:latin typeface="Arial" panose="020B0604020202020204" pitchFamily="34" charset="0"/>
              <a:cs typeface="Arial" panose="020B0604020202020204" pitchFamily="34" charset="0"/>
            </a:endParaRPr>
          </a:p>
          <a:p>
            <a:r>
              <a:rPr lang="en-US" sz="2400" err="1">
                <a:solidFill>
                  <a:srgbClr val="1A1A1A"/>
                </a:solidFill>
                <a:latin typeface="Arial" panose="020B0604020202020204" pitchFamily="34" charset="0"/>
                <a:ea typeface="Aptos" pitchFamily="34" charset="-122"/>
                <a:cs typeface="Arial" panose="020B0604020202020204" pitchFamily="34" charset="0"/>
              </a:rPr>
              <a:t>ClusterRevision</a:t>
            </a:r>
            <a:r>
              <a:rPr lang="en-US" sz="2400">
                <a:solidFill>
                  <a:srgbClr val="1A1A1A"/>
                </a:solidFill>
                <a:latin typeface="Arial" panose="020B0604020202020204" pitchFamily="34" charset="0"/>
                <a:ea typeface="Aptos" pitchFamily="34" charset="-122"/>
                <a:cs typeface="Arial" panose="020B0604020202020204" pitchFamily="34" charset="0"/>
              </a:rPr>
              <a:t> = </a:t>
            </a:r>
            <a:r>
              <a:rPr lang="en-US" sz="2400" b="1">
                <a:solidFill>
                  <a:srgbClr val="3C9FC2"/>
                </a:solidFill>
                <a:latin typeface="Arial" panose="020B0604020202020204" pitchFamily="34" charset="0"/>
                <a:ea typeface="Aptos" pitchFamily="34" charset="-122"/>
                <a:cs typeface="Arial" panose="020B0604020202020204" pitchFamily="34" charset="0"/>
              </a:rPr>
              <a:t>2</a:t>
            </a:r>
            <a:r>
              <a:rPr lang="en-US" sz="2400" b="1">
                <a:solidFill>
                  <a:srgbClr val="0070C0"/>
                </a:solidFill>
                <a:latin typeface="Arial" panose="020B0604020202020204" pitchFamily="34" charset="0"/>
                <a:ea typeface="Aptos" pitchFamily="34" charset="-122"/>
                <a:cs typeface="Arial" panose="020B0604020202020204" pitchFamily="34" charset="0"/>
              </a:rPr>
              <a:t> </a:t>
            </a:r>
            <a:r>
              <a:rPr lang="en-US" sz="2400" b="1">
                <a:solidFill>
                  <a:srgbClr val="0070C0"/>
                </a:solidFill>
                <a:latin typeface="Arial" panose="020B0604020202020204" pitchFamily="34" charset="0"/>
                <a:ea typeface="Aptos" pitchFamily="34" charset="-122"/>
                <a:cs typeface="Arial" panose="020B0604020202020204" pitchFamily="34" charset="0"/>
                <a:sym typeface="Wingdings" panose="05000000000000000000" pitchFamily="2" charset="2"/>
              </a:rPr>
              <a:t></a:t>
            </a:r>
            <a:r>
              <a:rPr lang="en-US" sz="2400" b="1">
                <a:solidFill>
                  <a:srgbClr val="0070C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Matter </a:t>
            </a:r>
            <a:r>
              <a:rPr lang="en-US" sz="2400" b="1">
                <a:solidFill>
                  <a:srgbClr val="3C9FC2"/>
                </a:solidFill>
                <a:latin typeface="Arial" panose="020B0604020202020204" pitchFamily="34" charset="0"/>
                <a:ea typeface="Aptos" pitchFamily="34" charset="-122"/>
                <a:cs typeface="Arial" panose="020B0604020202020204" pitchFamily="34" charset="0"/>
              </a:rPr>
              <a:t>1.1</a:t>
            </a:r>
            <a:r>
              <a:rPr lang="en-US" sz="2400">
                <a:solidFill>
                  <a:srgbClr val="3C9FC2"/>
                </a:solidFill>
                <a:latin typeface="Arial" panose="020B0604020202020204" pitchFamily="34" charset="0"/>
                <a:ea typeface="Aptos" pitchFamily="34" charset="-122"/>
                <a:cs typeface="Arial" panose="020B0604020202020204" pitchFamily="34" charset="0"/>
              </a:rPr>
              <a:t>,</a:t>
            </a:r>
            <a:r>
              <a:rPr lang="en-US" sz="2400" b="1">
                <a:solidFill>
                  <a:srgbClr val="3C9FC2"/>
                </a:solidFill>
                <a:latin typeface="Arial" panose="020B0604020202020204" pitchFamily="34" charset="0"/>
                <a:ea typeface="Aptos" pitchFamily="34" charset="-122"/>
                <a:cs typeface="Arial" panose="020B0604020202020204" pitchFamily="34" charset="0"/>
              </a:rPr>
              <a:t>1.2</a:t>
            </a:r>
            <a:endParaRPr lang="en-US" sz="2400">
              <a:solidFill>
                <a:srgbClr val="3C9FC2"/>
              </a:solidFill>
              <a:latin typeface="Arial" panose="020B0604020202020204" pitchFamily="34" charset="0"/>
              <a:cs typeface="Arial" panose="020B0604020202020204" pitchFamily="34" charset="0"/>
            </a:endParaRPr>
          </a:p>
        </p:txBody>
      </p:sp>
      <p:sp>
        <p:nvSpPr>
          <p:cNvPr id="244" name="Slide Number Placeholder 243">
            <a:extLst>
              <a:ext uri="{FF2B5EF4-FFF2-40B4-BE49-F238E27FC236}">
                <a16:creationId xmlns:a16="http://schemas.microsoft.com/office/drawing/2014/main" id="{946102A6-E5F1-5C90-41F8-78F83901644D}"/>
              </a:ext>
            </a:extLst>
          </p:cNvPr>
          <p:cNvSpPr>
            <a:spLocks noGrp="1"/>
          </p:cNvSpPr>
          <p:nvPr>
            <p:ph type="sldNum" sz="quarter" idx="12"/>
          </p:nvPr>
        </p:nvSpPr>
        <p:spPr/>
        <p:txBody>
          <a:bodyPr/>
          <a:lstStyle/>
          <a:p>
            <a:fld id="{F8B2AEEB-57C9-4BA6-8192-32186CDF2FF3}" type="slidenum">
              <a:rPr lang="en-US" sz="1600" smtClean="0">
                <a:latin typeface="Arial" panose="020B0604020202020204" pitchFamily="34" charset="0"/>
                <a:cs typeface="Arial" panose="020B0604020202020204" pitchFamily="34" charset="0"/>
              </a:rPr>
              <a:t>11</a:t>
            </a:fld>
            <a:endParaRPr lang="en-US" sz="1600">
              <a:latin typeface="Arial" panose="020B0604020202020204" pitchFamily="34" charset="0"/>
              <a:cs typeface="Arial" panose="020B0604020202020204" pitchFamily="34" charset="0"/>
            </a:endParaRPr>
          </a:p>
        </p:txBody>
      </p:sp>
      <p:sp>
        <p:nvSpPr>
          <p:cNvPr id="3" name="Shape 3">
            <a:extLst>
              <a:ext uri="{FF2B5EF4-FFF2-40B4-BE49-F238E27FC236}">
                <a16:creationId xmlns:a16="http://schemas.microsoft.com/office/drawing/2014/main" id="{E83EBEA0-40F1-E0D0-0E1A-2957FB0D4B17}"/>
              </a:ext>
            </a:extLst>
          </p:cNvPr>
          <p:cNvSpPr/>
          <p:nvPr/>
        </p:nvSpPr>
        <p:spPr>
          <a:xfrm>
            <a:off x="368300" y="3036567"/>
            <a:ext cx="525272" cy="274320"/>
          </a:xfrm>
          <a:prstGeom prst="rect">
            <a:avLst/>
          </a:prstGeom>
          <a:solidFill>
            <a:srgbClr val="2E4D87"/>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 name="Text 4">
            <a:extLst>
              <a:ext uri="{FF2B5EF4-FFF2-40B4-BE49-F238E27FC236}">
                <a16:creationId xmlns:a16="http://schemas.microsoft.com/office/drawing/2014/main" id="{185F20FA-B605-202E-2E7F-6FA831031D26}"/>
              </a:ext>
            </a:extLst>
          </p:cNvPr>
          <p:cNvSpPr txBox="1"/>
          <p:nvPr/>
        </p:nvSpPr>
        <p:spPr>
          <a:xfrm>
            <a:off x="404875" y="3036567"/>
            <a:ext cx="448869" cy="274320"/>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Ver.</a:t>
            </a:r>
            <a:endParaRPr lang="en-US" sz="1100">
              <a:solidFill>
                <a:prstClr val="black"/>
              </a:solidFill>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610D48CE-1D9C-A4E7-0BE2-7B6DBD319E2F}"/>
              </a:ext>
            </a:extLst>
          </p:cNvPr>
          <p:cNvSpPr/>
          <p:nvPr/>
        </p:nvSpPr>
        <p:spPr>
          <a:xfrm>
            <a:off x="889508" y="3036567"/>
            <a:ext cx="548896" cy="274320"/>
          </a:xfrm>
          <a:prstGeom prst="rect">
            <a:avLst/>
          </a:prstGeom>
          <a:solidFill>
            <a:srgbClr val="2E4D87"/>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9C756F51-DD61-52B2-3A43-9D76A31E373B}"/>
              </a:ext>
            </a:extLst>
          </p:cNvPr>
          <p:cNvSpPr txBox="1"/>
          <p:nvPr/>
        </p:nvSpPr>
        <p:spPr>
          <a:xfrm>
            <a:off x="926084" y="3036567"/>
            <a:ext cx="489556" cy="274320"/>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Date</a:t>
            </a:r>
            <a:endParaRPr lang="en-US" sz="1100">
              <a:solidFill>
                <a:prstClr val="black"/>
              </a:solidFill>
              <a:latin typeface="Arial" panose="020B0604020202020204" pitchFamily="34" charset="0"/>
              <a:cs typeface="Arial" panose="020B0604020202020204" pitchFamily="34" charset="0"/>
            </a:endParaRPr>
          </a:p>
        </p:txBody>
      </p:sp>
      <p:sp>
        <p:nvSpPr>
          <p:cNvPr id="7" name="Shape 7">
            <a:extLst>
              <a:ext uri="{FF2B5EF4-FFF2-40B4-BE49-F238E27FC236}">
                <a16:creationId xmlns:a16="http://schemas.microsoft.com/office/drawing/2014/main" id="{1233E459-648F-C363-91B9-FD74669724FA}"/>
              </a:ext>
            </a:extLst>
          </p:cNvPr>
          <p:cNvSpPr/>
          <p:nvPr/>
        </p:nvSpPr>
        <p:spPr>
          <a:xfrm>
            <a:off x="1438404" y="3033617"/>
            <a:ext cx="1954871" cy="274320"/>
          </a:xfrm>
          <a:prstGeom prst="rect">
            <a:avLst/>
          </a:prstGeom>
          <a:solidFill>
            <a:srgbClr val="2E4D87"/>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8" name="Text 8">
            <a:extLst>
              <a:ext uri="{FF2B5EF4-FFF2-40B4-BE49-F238E27FC236}">
                <a16:creationId xmlns:a16="http://schemas.microsoft.com/office/drawing/2014/main" id="{9ADEF649-EFD7-C7F1-C94E-9D2FB87D3F5C}"/>
              </a:ext>
            </a:extLst>
          </p:cNvPr>
          <p:cNvSpPr txBox="1"/>
          <p:nvPr/>
        </p:nvSpPr>
        <p:spPr>
          <a:xfrm>
            <a:off x="1474980" y="3033617"/>
            <a:ext cx="1907765" cy="274320"/>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Key Changes</a:t>
            </a:r>
            <a:endParaRPr lang="en-US" sz="1100">
              <a:solidFill>
                <a:prstClr val="black"/>
              </a:solidFill>
              <a:latin typeface="Arial" panose="020B0604020202020204" pitchFamily="34" charset="0"/>
              <a:cs typeface="Arial" panose="020B0604020202020204" pitchFamily="34" charset="0"/>
            </a:endParaRPr>
          </a:p>
        </p:txBody>
      </p:sp>
      <p:sp>
        <p:nvSpPr>
          <p:cNvPr id="9" name="Shape 9">
            <a:extLst>
              <a:ext uri="{FF2B5EF4-FFF2-40B4-BE49-F238E27FC236}">
                <a16:creationId xmlns:a16="http://schemas.microsoft.com/office/drawing/2014/main" id="{427B01BD-0290-3D57-EC03-87DB3E2B14FA}"/>
              </a:ext>
            </a:extLst>
          </p:cNvPr>
          <p:cNvSpPr/>
          <p:nvPr/>
        </p:nvSpPr>
        <p:spPr>
          <a:xfrm>
            <a:off x="3380113" y="3033125"/>
            <a:ext cx="1924127" cy="274320"/>
          </a:xfrm>
          <a:prstGeom prst="rect">
            <a:avLst/>
          </a:prstGeom>
          <a:solidFill>
            <a:srgbClr val="2E4D87"/>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A652DD93-C3C4-3B40-AAB5-499C8EBAA84B}"/>
              </a:ext>
            </a:extLst>
          </p:cNvPr>
          <p:cNvSpPr txBox="1"/>
          <p:nvPr/>
        </p:nvSpPr>
        <p:spPr>
          <a:xfrm>
            <a:off x="3416689" y="3033125"/>
            <a:ext cx="1862555" cy="274320"/>
          </a:xfrm>
          <a:prstGeom prst="rect">
            <a:avLst/>
          </a:prstGeom>
          <a:noFill/>
          <a:ln/>
        </p:spPr>
        <p:txBody>
          <a:bodyPr wrap="square" lIns="0" tIns="0" rIns="0" bIns="0" rtlCol="0" anchor="ctr"/>
          <a:lstStyle/>
          <a:p>
            <a:pPr rtl="0"/>
            <a:r>
              <a:rPr lang="en-US" sz="1100">
                <a:solidFill>
                  <a:srgbClr val="FFFFFF"/>
                </a:solidFill>
                <a:latin typeface="Arial" panose="020B0604020202020204" pitchFamily="34" charset="0"/>
                <a:ea typeface="Aptos" pitchFamily="34" charset="-122"/>
                <a:cs typeface="Arial" panose="020B0604020202020204" pitchFamily="34" charset="0"/>
              </a:rPr>
              <a:t>New Device Types</a:t>
            </a:r>
            <a:endParaRPr lang="en-US" sz="1100">
              <a:solidFill>
                <a:prstClr val="black"/>
              </a:solidFill>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FC225F7A-2029-8EC3-554C-66B0002EC258}"/>
              </a:ext>
            </a:extLst>
          </p:cNvPr>
          <p:cNvSpPr/>
          <p:nvPr/>
        </p:nvSpPr>
        <p:spPr>
          <a:xfrm>
            <a:off x="368300" y="3310887"/>
            <a:ext cx="525272"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3" name="Text 12">
            <a:extLst>
              <a:ext uri="{FF2B5EF4-FFF2-40B4-BE49-F238E27FC236}">
                <a16:creationId xmlns:a16="http://schemas.microsoft.com/office/drawing/2014/main" id="{5E9BE2B5-AAFB-732C-7C26-C41C7DC660C5}"/>
              </a:ext>
            </a:extLst>
          </p:cNvPr>
          <p:cNvSpPr txBox="1"/>
          <p:nvPr/>
        </p:nvSpPr>
        <p:spPr>
          <a:xfrm>
            <a:off x="414020" y="3310887"/>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1.0</a:t>
            </a:r>
            <a:endParaRPr lang="en-US" sz="1100">
              <a:solidFill>
                <a:prstClr val="black"/>
              </a:solidFill>
              <a:latin typeface="Arial" panose="020B0604020202020204" pitchFamily="34" charset="0"/>
              <a:cs typeface="Arial" panose="020B0604020202020204" pitchFamily="34" charset="0"/>
            </a:endParaRPr>
          </a:p>
        </p:txBody>
      </p:sp>
      <p:sp>
        <p:nvSpPr>
          <p:cNvPr id="18" name="Shape 13">
            <a:extLst>
              <a:ext uri="{FF2B5EF4-FFF2-40B4-BE49-F238E27FC236}">
                <a16:creationId xmlns:a16="http://schemas.microsoft.com/office/drawing/2014/main" id="{E441DBC3-DC3B-8366-FF30-6093E8991318}"/>
              </a:ext>
            </a:extLst>
          </p:cNvPr>
          <p:cNvSpPr/>
          <p:nvPr/>
        </p:nvSpPr>
        <p:spPr>
          <a:xfrm>
            <a:off x="889508" y="3310887"/>
            <a:ext cx="548896"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9" name="Text 14">
            <a:extLst>
              <a:ext uri="{FF2B5EF4-FFF2-40B4-BE49-F238E27FC236}">
                <a16:creationId xmlns:a16="http://schemas.microsoft.com/office/drawing/2014/main" id="{3ECFE2BB-7444-EC6F-6ABA-025DB025B65C}"/>
              </a:ext>
            </a:extLst>
          </p:cNvPr>
          <p:cNvSpPr txBox="1"/>
          <p:nvPr/>
        </p:nvSpPr>
        <p:spPr>
          <a:xfrm>
            <a:off x="935228" y="3310887"/>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Sep 22</a:t>
            </a:r>
            <a:endParaRPr lang="en-US" sz="1100">
              <a:solidFill>
                <a:prstClr val="black"/>
              </a:solidFill>
              <a:latin typeface="Arial" panose="020B0604020202020204" pitchFamily="34" charset="0"/>
              <a:cs typeface="Arial" panose="020B0604020202020204" pitchFamily="34" charset="0"/>
            </a:endParaRPr>
          </a:p>
        </p:txBody>
      </p:sp>
      <p:sp>
        <p:nvSpPr>
          <p:cNvPr id="20" name="Shape 15">
            <a:extLst>
              <a:ext uri="{FF2B5EF4-FFF2-40B4-BE49-F238E27FC236}">
                <a16:creationId xmlns:a16="http://schemas.microsoft.com/office/drawing/2014/main" id="{263647DA-D45E-4827-085D-4CE40AA84236}"/>
              </a:ext>
            </a:extLst>
          </p:cNvPr>
          <p:cNvSpPr/>
          <p:nvPr/>
        </p:nvSpPr>
        <p:spPr>
          <a:xfrm>
            <a:off x="1438404" y="3307937"/>
            <a:ext cx="1954871"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21" name="Text 16">
            <a:extLst>
              <a:ext uri="{FF2B5EF4-FFF2-40B4-BE49-F238E27FC236}">
                <a16:creationId xmlns:a16="http://schemas.microsoft.com/office/drawing/2014/main" id="{F87A46DF-38CD-20D8-ED94-AF09F851460C}"/>
              </a:ext>
            </a:extLst>
          </p:cNvPr>
          <p:cNvSpPr txBox="1"/>
          <p:nvPr/>
        </p:nvSpPr>
        <p:spPr>
          <a:xfrm>
            <a:off x="1484124" y="3307937"/>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Initial launch</a:t>
            </a:r>
            <a:endParaRPr lang="en-US" sz="1100">
              <a:solidFill>
                <a:prstClr val="black"/>
              </a:solidFill>
              <a:latin typeface="Arial" panose="020B0604020202020204" pitchFamily="34" charset="0"/>
              <a:cs typeface="Arial" panose="020B0604020202020204" pitchFamily="34" charset="0"/>
            </a:endParaRPr>
          </a:p>
        </p:txBody>
      </p:sp>
      <p:sp>
        <p:nvSpPr>
          <p:cNvPr id="22" name="Shape 17">
            <a:extLst>
              <a:ext uri="{FF2B5EF4-FFF2-40B4-BE49-F238E27FC236}">
                <a16:creationId xmlns:a16="http://schemas.microsoft.com/office/drawing/2014/main" id="{69A64002-667B-5762-0ADA-E2AF452D8983}"/>
              </a:ext>
            </a:extLst>
          </p:cNvPr>
          <p:cNvSpPr/>
          <p:nvPr/>
        </p:nvSpPr>
        <p:spPr>
          <a:xfrm>
            <a:off x="3380113" y="3307445"/>
            <a:ext cx="1924127"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23" name="Text 18">
            <a:extLst>
              <a:ext uri="{FF2B5EF4-FFF2-40B4-BE49-F238E27FC236}">
                <a16:creationId xmlns:a16="http://schemas.microsoft.com/office/drawing/2014/main" id="{0CC927EF-1833-7081-1CEE-A1F44360EDC0}"/>
              </a:ext>
            </a:extLst>
          </p:cNvPr>
          <p:cNvSpPr txBox="1"/>
          <p:nvPr/>
        </p:nvSpPr>
        <p:spPr>
          <a:xfrm>
            <a:off x="3425833" y="3307445"/>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Lights, Switches, Plugs, Locks</a:t>
            </a:r>
            <a:endParaRPr lang="en-US" sz="1100">
              <a:solidFill>
                <a:prstClr val="black"/>
              </a:solidFill>
              <a:latin typeface="Arial" panose="020B0604020202020204" pitchFamily="34" charset="0"/>
              <a:cs typeface="Arial" panose="020B0604020202020204" pitchFamily="34" charset="0"/>
            </a:endParaRPr>
          </a:p>
        </p:txBody>
      </p:sp>
      <p:sp>
        <p:nvSpPr>
          <p:cNvPr id="24" name="Shape 19">
            <a:extLst>
              <a:ext uri="{FF2B5EF4-FFF2-40B4-BE49-F238E27FC236}">
                <a16:creationId xmlns:a16="http://schemas.microsoft.com/office/drawing/2014/main" id="{18802101-63C6-596A-62E0-FEF26969B2D8}"/>
              </a:ext>
            </a:extLst>
          </p:cNvPr>
          <p:cNvSpPr/>
          <p:nvPr/>
        </p:nvSpPr>
        <p:spPr>
          <a:xfrm>
            <a:off x="368300" y="3649215"/>
            <a:ext cx="525272"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25" name="Text 20">
            <a:extLst>
              <a:ext uri="{FF2B5EF4-FFF2-40B4-BE49-F238E27FC236}">
                <a16:creationId xmlns:a16="http://schemas.microsoft.com/office/drawing/2014/main" id="{F362718E-3436-7DE9-AE74-FEE038CB0E8D}"/>
              </a:ext>
            </a:extLst>
          </p:cNvPr>
          <p:cNvSpPr txBox="1"/>
          <p:nvPr/>
        </p:nvSpPr>
        <p:spPr>
          <a:xfrm>
            <a:off x="414020" y="3649215"/>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1.1</a:t>
            </a:r>
            <a:endParaRPr lang="en-US" sz="1100">
              <a:solidFill>
                <a:prstClr val="black"/>
              </a:solidFill>
              <a:latin typeface="Arial" panose="020B0604020202020204" pitchFamily="34" charset="0"/>
              <a:cs typeface="Arial" panose="020B0604020202020204" pitchFamily="34" charset="0"/>
            </a:endParaRPr>
          </a:p>
        </p:txBody>
      </p:sp>
      <p:sp>
        <p:nvSpPr>
          <p:cNvPr id="26" name="Shape 21">
            <a:extLst>
              <a:ext uri="{FF2B5EF4-FFF2-40B4-BE49-F238E27FC236}">
                <a16:creationId xmlns:a16="http://schemas.microsoft.com/office/drawing/2014/main" id="{EFC9C332-C925-B7F0-EC58-9B9A377D0A72}"/>
              </a:ext>
            </a:extLst>
          </p:cNvPr>
          <p:cNvSpPr/>
          <p:nvPr/>
        </p:nvSpPr>
        <p:spPr>
          <a:xfrm>
            <a:off x="889508" y="3649215"/>
            <a:ext cx="548896"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27" name="Text 22">
            <a:extLst>
              <a:ext uri="{FF2B5EF4-FFF2-40B4-BE49-F238E27FC236}">
                <a16:creationId xmlns:a16="http://schemas.microsoft.com/office/drawing/2014/main" id="{73659415-580C-D8BC-46CC-62C05A2BE166}"/>
              </a:ext>
            </a:extLst>
          </p:cNvPr>
          <p:cNvSpPr txBox="1"/>
          <p:nvPr/>
        </p:nvSpPr>
        <p:spPr>
          <a:xfrm>
            <a:off x="935228" y="3649215"/>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May 23</a:t>
            </a:r>
            <a:endParaRPr lang="en-US" sz="1100">
              <a:solidFill>
                <a:prstClr val="black"/>
              </a:solidFill>
              <a:latin typeface="Arial" panose="020B0604020202020204" pitchFamily="34" charset="0"/>
              <a:cs typeface="Arial" panose="020B0604020202020204" pitchFamily="34" charset="0"/>
            </a:endParaRPr>
          </a:p>
        </p:txBody>
      </p:sp>
      <p:sp>
        <p:nvSpPr>
          <p:cNvPr id="28" name="Shape 23">
            <a:extLst>
              <a:ext uri="{FF2B5EF4-FFF2-40B4-BE49-F238E27FC236}">
                <a16:creationId xmlns:a16="http://schemas.microsoft.com/office/drawing/2014/main" id="{0F128403-43FB-1F6C-8B89-AE4B792EDBE3}"/>
              </a:ext>
            </a:extLst>
          </p:cNvPr>
          <p:cNvSpPr/>
          <p:nvPr/>
        </p:nvSpPr>
        <p:spPr>
          <a:xfrm>
            <a:off x="1438404" y="3646265"/>
            <a:ext cx="1954871"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29" name="Text 24">
            <a:extLst>
              <a:ext uri="{FF2B5EF4-FFF2-40B4-BE49-F238E27FC236}">
                <a16:creationId xmlns:a16="http://schemas.microsoft.com/office/drawing/2014/main" id="{A65A60CD-A171-3513-7345-5F31FDD73A52}"/>
              </a:ext>
            </a:extLst>
          </p:cNvPr>
          <p:cNvSpPr txBox="1"/>
          <p:nvPr/>
        </p:nvSpPr>
        <p:spPr>
          <a:xfrm>
            <a:off x="1484124" y="3646265"/>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Battery devices + fixes</a:t>
            </a:r>
            <a:endParaRPr lang="en-US" sz="1100">
              <a:solidFill>
                <a:prstClr val="black"/>
              </a:solidFill>
              <a:latin typeface="Arial" panose="020B0604020202020204" pitchFamily="34" charset="0"/>
              <a:cs typeface="Arial" panose="020B0604020202020204" pitchFamily="34" charset="0"/>
            </a:endParaRPr>
          </a:p>
        </p:txBody>
      </p:sp>
      <p:sp>
        <p:nvSpPr>
          <p:cNvPr id="30" name="Shape 25">
            <a:extLst>
              <a:ext uri="{FF2B5EF4-FFF2-40B4-BE49-F238E27FC236}">
                <a16:creationId xmlns:a16="http://schemas.microsoft.com/office/drawing/2014/main" id="{67A8BF74-7073-357B-9580-3EE31A557578}"/>
              </a:ext>
            </a:extLst>
          </p:cNvPr>
          <p:cNvSpPr/>
          <p:nvPr/>
        </p:nvSpPr>
        <p:spPr>
          <a:xfrm>
            <a:off x="3380113" y="3645773"/>
            <a:ext cx="1924127"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31" name="Text 26">
            <a:extLst>
              <a:ext uri="{FF2B5EF4-FFF2-40B4-BE49-F238E27FC236}">
                <a16:creationId xmlns:a16="http://schemas.microsoft.com/office/drawing/2014/main" id="{0252964B-7A77-B356-B41E-548973E472C1}"/>
              </a:ext>
            </a:extLst>
          </p:cNvPr>
          <p:cNvSpPr txBox="1"/>
          <p:nvPr/>
        </p:nvSpPr>
        <p:spPr>
          <a:xfrm>
            <a:off x="3425833" y="3645773"/>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t>
            </a:r>
            <a:endParaRPr lang="en-US" sz="1100">
              <a:solidFill>
                <a:prstClr val="black"/>
              </a:solidFill>
              <a:latin typeface="Arial" panose="020B0604020202020204" pitchFamily="34" charset="0"/>
              <a:cs typeface="Arial" panose="020B0604020202020204" pitchFamily="34" charset="0"/>
            </a:endParaRPr>
          </a:p>
        </p:txBody>
      </p:sp>
      <p:sp>
        <p:nvSpPr>
          <p:cNvPr id="32" name="Shape 27">
            <a:extLst>
              <a:ext uri="{FF2B5EF4-FFF2-40B4-BE49-F238E27FC236}">
                <a16:creationId xmlns:a16="http://schemas.microsoft.com/office/drawing/2014/main" id="{03725576-766B-1137-00A8-8B75542DE5AB}"/>
              </a:ext>
            </a:extLst>
          </p:cNvPr>
          <p:cNvSpPr/>
          <p:nvPr/>
        </p:nvSpPr>
        <p:spPr>
          <a:xfrm>
            <a:off x="368300" y="3987543"/>
            <a:ext cx="525272"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33" name="Text 28">
            <a:extLst>
              <a:ext uri="{FF2B5EF4-FFF2-40B4-BE49-F238E27FC236}">
                <a16:creationId xmlns:a16="http://schemas.microsoft.com/office/drawing/2014/main" id="{F1E4F435-1A0A-9A33-270A-AF348FD3A28F}"/>
              </a:ext>
            </a:extLst>
          </p:cNvPr>
          <p:cNvSpPr txBox="1"/>
          <p:nvPr/>
        </p:nvSpPr>
        <p:spPr>
          <a:xfrm>
            <a:off x="414020" y="3987543"/>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1.2</a:t>
            </a:r>
            <a:endParaRPr lang="en-US" sz="1100">
              <a:solidFill>
                <a:prstClr val="black"/>
              </a:solidFill>
              <a:latin typeface="Arial" panose="020B0604020202020204" pitchFamily="34" charset="0"/>
              <a:cs typeface="Arial" panose="020B0604020202020204" pitchFamily="34" charset="0"/>
            </a:endParaRPr>
          </a:p>
        </p:txBody>
      </p:sp>
      <p:sp>
        <p:nvSpPr>
          <p:cNvPr id="34" name="Shape 29">
            <a:extLst>
              <a:ext uri="{FF2B5EF4-FFF2-40B4-BE49-F238E27FC236}">
                <a16:creationId xmlns:a16="http://schemas.microsoft.com/office/drawing/2014/main" id="{42C5F80F-94FA-7A38-CB9A-9926C81C7747}"/>
              </a:ext>
            </a:extLst>
          </p:cNvPr>
          <p:cNvSpPr/>
          <p:nvPr/>
        </p:nvSpPr>
        <p:spPr>
          <a:xfrm>
            <a:off x="889508" y="3987543"/>
            <a:ext cx="548896"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35" name="Text 30">
            <a:extLst>
              <a:ext uri="{FF2B5EF4-FFF2-40B4-BE49-F238E27FC236}">
                <a16:creationId xmlns:a16="http://schemas.microsoft.com/office/drawing/2014/main" id="{08F32251-79F0-E198-E6DC-C39C1846374D}"/>
              </a:ext>
            </a:extLst>
          </p:cNvPr>
          <p:cNvSpPr txBox="1"/>
          <p:nvPr/>
        </p:nvSpPr>
        <p:spPr>
          <a:xfrm>
            <a:off x="935228" y="3987543"/>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Oct 23</a:t>
            </a:r>
            <a:endParaRPr lang="en-US" sz="1100">
              <a:solidFill>
                <a:prstClr val="black"/>
              </a:solidFill>
              <a:latin typeface="Arial" panose="020B0604020202020204" pitchFamily="34" charset="0"/>
              <a:cs typeface="Arial" panose="020B0604020202020204" pitchFamily="34" charset="0"/>
            </a:endParaRPr>
          </a:p>
        </p:txBody>
      </p:sp>
      <p:sp>
        <p:nvSpPr>
          <p:cNvPr id="36" name="Shape 31">
            <a:extLst>
              <a:ext uri="{FF2B5EF4-FFF2-40B4-BE49-F238E27FC236}">
                <a16:creationId xmlns:a16="http://schemas.microsoft.com/office/drawing/2014/main" id="{C3F7C285-6D96-65A6-5728-52ADE63EAAA5}"/>
              </a:ext>
            </a:extLst>
          </p:cNvPr>
          <p:cNvSpPr/>
          <p:nvPr/>
        </p:nvSpPr>
        <p:spPr>
          <a:xfrm>
            <a:off x="1438404" y="3984593"/>
            <a:ext cx="1954871"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37" name="Text 32">
            <a:extLst>
              <a:ext uri="{FF2B5EF4-FFF2-40B4-BE49-F238E27FC236}">
                <a16:creationId xmlns:a16="http://schemas.microsoft.com/office/drawing/2014/main" id="{BFAA1A50-C673-D86A-E199-9F4974B441B9}"/>
              </a:ext>
            </a:extLst>
          </p:cNvPr>
          <p:cNvSpPr txBox="1"/>
          <p:nvPr/>
        </p:nvSpPr>
        <p:spPr>
          <a:xfrm>
            <a:off x="1484124" y="3984593"/>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New device types</a:t>
            </a:r>
            <a:endParaRPr lang="en-US" sz="1100">
              <a:solidFill>
                <a:prstClr val="black"/>
              </a:solidFill>
              <a:latin typeface="Arial" panose="020B0604020202020204" pitchFamily="34" charset="0"/>
              <a:cs typeface="Arial" panose="020B0604020202020204" pitchFamily="34" charset="0"/>
            </a:endParaRPr>
          </a:p>
        </p:txBody>
      </p:sp>
      <p:sp>
        <p:nvSpPr>
          <p:cNvPr id="38" name="Shape 33">
            <a:extLst>
              <a:ext uri="{FF2B5EF4-FFF2-40B4-BE49-F238E27FC236}">
                <a16:creationId xmlns:a16="http://schemas.microsoft.com/office/drawing/2014/main" id="{945B2525-E028-12AD-7C27-5E39E9905269}"/>
              </a:ext>
            </a:extLst>
          </p:cNvPr>
          <p:cNvSpPr/>
          <p:nvPr/>
        </p:nvSpPr>
        <p:spPr>
          <a:xfrm>
            <a:off x="3380113" y="3984101"/>
            <a:ext cx="1924127"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39" name="Text 34">
            <a:extLst>
              <a:ext uri="{FF2B5EF4-FFF2-40B4-BE49-F238E27FC236}">
                <a16:creationId xmlns:a16="http://schemas.microsoft.com/office/drawing/2014/main" id="{EAD3778A-6836-E3C4-0A70-7249D21A1B7A}"/>
              </a:ext>
            </a:extLst>
          </p:cNvPr>
          <p:cNvSpPr txBox="1"/>
          <p:nvPr/>
        </p:nvSpPr>
        <p:spPr>
          <a:xfrm>
            <a:off x="3425833" y="3984101"/>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Fans, Vacuums, Detectors</a:t>
            </a:r>
            <a:endParaRPr lang="en-US" sz="1100">
              <a:solidFill>
                <a:prstClr val="black"/>
              </a:solidFill>
              <a:latin typeface="Arial" panose="020B0604020202020204" pitchFamily="34" charset="0"/>
              <a:cs typeface="Arial" panose="020B0604020202020204" pitchFamily="34" charset="0"/>
            </a:endParaRPr>
          </a:p>
        </p:txBody>
      </p:sp>
      <p:sp>
        <p:nvSpPr>
          <p:cNvPr id="40" name="Shape 35">
            <a:extLst>
              <a:ext uri="{FF2B5EF4-FFF2-40B4-BE49-F238E27FC236}">
                <a16:creationId xmlns:a16="http://schemas.microsoft.com/office/drawing/2014/main" id="{E982EF6C-882B-8B12-1059-24129D93B1AC}"/>
              </a:ext>
            </a:extLst>
          </p:cNvPr>
          <p:cNvSpPr/>
          <p:nvPr/>
        </p:nvSpPr>
        <p:spPr>
          <a:xfrm>
            <a:off x="368300" y="4325871"/>
            <a:ext cx="525272"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1" name="Text 36">
            <a:extLst>
              <a:ext uri="{FF2B5EF4-FFF2-40B4-BE49-F238E27FC236}">
                <a16:creationId xmlns:a16="http://schemas.microsoft.com/office/drawing/2014/main" id="{71BF2129-8D1B-69A0-59F1-A5E8F17877F1}"/>
              </a:ext>
            </a:extLst>
          </p:cNvPr>
          <p:cNvSpPr txBox="1"/>
          <p:nvPr/>
        </p:nvSpPr>
        <p:spPr>
          <a:xfrm>
            <a:off x="414020" y="4325871"/>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1.3</a:t>
            </a:r>
            <a:endParaRPr lang="en-US" sz="1100">
              <a:solidFill>
                <a:prstClr val="black"/>
              </a:solidFill>
              <a:latin typeface="Arial" panose="020B0604020202020204" pitchFamily="34" charset="0"/>
              <a:cs typeface="Arial" panose="020B0604020202020204" pitchFamily="34" charset="0"/>
            </a:endParaRPr>
          </a:p>
        </p:txBody>
      </p:sp>
      <p:sp>
        <p:nvSpPr>
          <p:cNvPr id="42" name="Shape 37">
            <a:extLst>
              <a:ext uri="{FF2B5EF4-FFF2-40B4-BE49-F238E27FC236}">
                <a16:creationId xmlns:a16="http://schemas.microsoft.com/office/drawing/2014/main" id="{D0A37C82-0336-40E3-C030-213969E92146}"/>
              </a:ext>
            </a:extLst>
          </p:cNvPr>
          <p:cNvSpPr/>
          <p:nvPr/>
        </p:nvSpPr>
        <p:spPr>
          <a:xfrm>
            <a:off x="889508" y="4325871"/>
            <a:ext cx="548896"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3" name="Text 38">
            <a:extLst>
              <a:ext uri="{FF2B5EF4-FFF2-40B4-BE49-F238E27FC236}">
                <a16:creationId xmlns:a16="http://schemas.microsoft.com/office/drawing/2014/main" id="{6CC0C4BC-011B-C712-32B7-22C58BD3A065}"/>
              </a:ext>
            </a:extLst>
          </p:cNvPr>
          <p:cNvSpPr txBox="1"/>
          <p:nvPr/>
        </p:nvSpPr>
        <p:spPr>
          <a:xfrm>
            <a:off x="935228" y="4325871"/>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Apr 24</a:t>
            </a:r>
            <a:endParaRPr lang="en-US" sz="1100">
              <a:solidFill>
                <a:prstClr val="black"/>
              </a:solidFill>
              <a:latin typeface="Arial" panose="020B0604020202020204" pitchFamily="34" charset="0"/>
              <a:cs typeface="Arial" panose="020B0604020202020204" pitchFamily="34" charset="0"/>
            </a:endParaRPr>
          </a:p>
        </p:txBody>
      </p:sp>
      <p:sp>
        <p:nvSpPr>
          <p:cNvPr id="44" name="Shape 39">
            <a:extLst>
              <a:ext uri="{FF2B5EF4-FFF2-40B4-BE49-F238E27FC236}">
                <a16:creationId xmlns:a16="http://schemas.microsoft.com/office/drawing/2014/main" id="{5788AB9A-C938-84B9-B02E-7139A3C36C27}"/>
              </a:ext>
            </a:extLst>
          </p:cNvPr>
          <p:cNvSpPr/>
          <p:nvPr/>
        </p:nvSpPr>
        <p:spPr>
          <a:xfrm>
            <a:off x="1438404" y="4322921"/>
            <a:ext cx="1954871"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5" name="Text 40">
            <a:extLst>
              <a:ext uri="{FF2B5EF4-FFF2-40B4-BE49-F238E27FC236}">
                <a16:creationId xmlns:a16="http://schemas.microsoft.com/office/drawing/2014/main" id="{D57EE907-1E35-1CD5-23DD-F452E2342391}"/>
              </a:ext>
            </a:extLst>
          </p:cNvPr>
          <p:cNvSpPr txBox="1"/>
          <p:nvPr/>
        </p:nvSpPr>
        <p:spPr>
          <a:xfrm>
            <a:off x="1484124" y="4322921"/>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Energy + scenes grouping</a:t>
            </a:r>
            <a:endParaRPr lang="en-US" sz="1100">
              <a:solidFill>
                <a:prstClr val="black"/>
              </a:solidFill>
              <a:latin typeface="Arial" panose="020B0604020202020204" pitchFamily="34" charset="0"/>
              <a:cs typeface="Arial" panose="020B0604020202020204" pitchFamily="34" charset="0"/>
            </a:endParaRPr>
          </a:p>
        </p:txBody>
      </p:sp>
      <p:sp>
        <p:nvSpPr>
          <p:cNvPr id="46" name="Shape 41">
            <a:extLst>
              <a:ext uri="{FF2B5EF4-FFF2-40B4-BE49-F238E27FC236}">
                <a16:creationId xmlns:a16="http://schemas.microsoft.com/office/drawing/2014/main" id="{D0887F87-C311-970D-7F89-804DA822AA3F}"/>
              </a:ext>
            </a:extLst>
          </p:cNvPr>
          <p:cNvSpPr/>
          <p:nvPr/>
        </p:nvSpPr>
        <p:spPr>
          <a:xfrm>
            <a:off x="3380113" y="4322429"/>
            <a:ext cx="1924127"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7" name="Text 42">
            <a:extLst>
              <a:ext uri="{FF2B5EF4-FFF2-40B4-BE49-F238E27FC236}">
                <a16:creationId xmlns:a16="http://schemas.microsoft.com/office/drawing/2014/main" id="{D13E3E85-279C-8520-552A-ED4707757B0F}"/>
              </a:ext>
            </a:extLst>
          </p:cNvPr>
          <p:cNvSpPr txBox="1"/>
          <p:nvPr/>
        </p:nvSpPr>
        <p:spPr>
          <a:xfrm>
            <a:off x="3425833" y="4322429"/>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EV Chargers, Appliances</a:t>
            </a:r>
            <a:endParaRPr lang="en-US" sz="1100">
              <a:solidFill>
                <a:prstClr val="black"/>
              </a:solidFill>
              <a:latin typeface="Arial" panose="020B0604020202020204" pitchFamily="34" charset="0"/>
              <a:cs typeface="Arial" panose="020B0604020202020204" pitchFamily="34" charset="0"/>
            </a:endParaRPr>
          </a:p>
        </p:txBody>
      </p:sp>
      <p:sp>
        <p:nvSpPr>
          <p:cNvPr id="48" name="Shape 43">
            <a:extLst>
              <a:ext uri="{FF2B5EF4-FFF2-40B4-BE49-F238E27FC236}">
                <a16:creationId xmlns:a16="http://schemas.microsoft.com/office/drawing/2014/main" id="{8A3A2428-6170-DBFB-54DA-A8FCB8E60303}"/>
              </a:ext>
            </a:extLst>
          </p:cNvPr>
          <p:cNvSpPr/>
          <p:nvPr/>
        </p:nvSpPr>
        <p:spPr>
          <a:xfrm>
            <a:off x="368300" y="4664199"/>
            <a:ext cx="525272"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49" name="Text 44">
            <a:extLst>
              <a:ext uri="{FF2B5EF4-FFF2-40B4-BE49-F238E27FC236}">
                <a16:creationId xmlns:a16="http://schemas.microsoft.com/office/drawing/2014/main" id="{2640A851-0F66-FAED-3467-F1CAB9A38BF3}"/>
              </a:ext>
            </a:extLst>
          </p:cNvPr>
          <p:cNvSpPr txBox="1"/>
          <p:nvPr/>
        </p:nvSpPr>
        <p:spPr>
          <a:xfrm>
            <a:off x="414020" y="4664199"/>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1.4</a:t>
            </a:r>
            <a:endParaRPr lang="en-US" sz="1100">
              <a:solidFill>
                <a:prstClr val="black"/>
              </a:solidFill>
              <a:latin typeface="Arial" panose="020B0604020202020204" pitchFamily="34" charset="0"/>
              <a:cs typeface="Arial" panose="020B0604020202020204" pitchFamily="34" charset="0"/>
            </a:endParaRPr>
          </a:p>
        </p:txBody>
      </p:sp>
      <p:sp>
        <p:nvSpPr>
          <p:cNvPr id="50" name="Shape 45">
            <a:extLst>
              <a:ext uri="{FF2B5EF4-FFF2-40B4-BE49-F238E27FC236}">
                <a16:creationId xmlns:a16="http://schemas.microsoft.com/office/drawing/2014/main" id="{8E57A53C-49DF-B847-7611-E99C9CC6B75A}"/>
              </a:ext>
            </a:extLst>
          </p:cNvPr>
          <p:cNvSpPr/>
          <p:nvPr/>
        </p:nvSpPr>
        <p:spPr>
          <a:xfrm>
            <a:off x="889508" y="4664199"/>
            <a:ext cx="548896"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1" name="Text 46">
            <a:extLst>
              <a:ext uri="{FF2B5EF4-FFF2-40B4-BE49-F238E27FC236}">
                <a16:creationId xmlns:a16="http://schemas.microsoft.com/office/drawing/2014/main" id="{712C8E2D-F59A-C9E4-614B-8A97939B2BC4}"/>
              </a:ext>
            </a:extLst>
          </p:cNvPr>
          <p:cNvSpPr txBox="1"/>
          <p:nvPr/>
        </p:nvSpPr>
        <p:spPr>
          <a:xfrm>
            <a:off x="935228" y="4664199"/>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Nov 24</a:t>
            </a:r>
            <a:endParaRPr lang="en-US" sz="1100">
              <a:solidFill>
                <a:prstClr val="black"/>
              </a:solidFill>
              <a:latin typeface="Arial" panose="020B0604020202020204" pitchFamily="34" charset="0"/>
              <a:cs typeface="Arial" panose="020B0604020202020204" pitchFamily="34" charset="0"/>
            </a:endParaRPr>
          </a:p>
        </p:txBody>
      </p:sp>
      <p:sp>
        <p:nvSpPr>
          <p:cNvPr id="52" name="Shape 47">
            <a:extLst>
              <a:ext uri="{FF2B5EF4-FFF2-40B4-BE49-F238E27FC236}">
                <a16:creationId xmlns:a16="http://schemas.microsoft.com/office/drawing/2014/main" id="{86C2B916-799D-33D6-043D-FE8ABA728B9C}"/>
              </a:ext>
            </a:extLst>
          </p:cNvPr>
          <p:cNvSpPr/>
          <p:nvPr/>
        </p:nvSpPr>
        <p:spPr>
          <a:xfrm>
            <a:off x="1438404" y="4661249"/>
            <a:ext cx="1954871"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3" name="Text 48">
            <a:extLst>
              <a:ext uri="{FF2B5EF4-FFF2-40B4-BE49-F238E27FC236}">
                <a16:creationId xmlns:a16="http://schemas.microsoft.com/office/drawing/2014/main" id="{E052B6AA-9E9B-4DD3-288A-D12FB79BC255}"/>
              </a:ext>
            </a:extLst>
          </p:cNvPr>
          <p:cNvSpPr txBox="1"/>
          <p:nvPr/>
        </p:nvSpPr>
        <p:spPr>
          <a:xfrm>
            <a:off x="1484124" y="4661249"/>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Energy management expansion</a:t>
            </a:r>
            <a:endParaRPr lang="en-US" sz="1100">
              <a:solidFill>
                <a:prstClr val="black"/>
              </a:solidFill>
              <a:latin typeface="Arial" panose="020B0604020202020204" pitchFamily="34" charset="0"/>
              <a:cs typeface="Arial" panose="020B0604020202020204" pitchFamily="34" charset="0"/>
            </a:endParaRPr>
          </a:p>
        </p:txBody>
      </p:sp>
      <p:sp>
        <p:nvSpPr>
          <p:cNvPr id="54" name="Shape 49">
            <a:extLst>
              <a:ext uri="{FF2B5EF4-FFF2-40B4-BE49-F238E27FC236}">
                <a16:creationId xmlns:a16="http://schemas.microsoft.com/office/drawing/2014/main" id="{A6DB3C41-CD65-B327-2A3B-37513D75278F}"/>
              </a:ext>
            </a:extLst>
          </p:cNvPr>
          <p:cNvSpPr/>
          <p:nvPr/>
        </p:nvSpPr>
        <p:spPr>
          <a:xfrm>
            <a:off x="3380113" y="4660757"/>
            <a:ext cx="1924127"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5" name="Text 50">
            <a:extLst>
              <a:ext uri="{FF2B5EF4-FFF2-40B4-BE49-F238E27FC236}">
                <a16:creationId xmlns:a16="http://schemas.microsoft.com/office/drawing/2014/main" id="{FE057A3E-A23F-89F3-1ADB-2CAE5F87752C}"/>
              </a:ext>
            </a:extLst>
          </p:cNvPr>
          <p:cNvSpPr txBox="1"/>
          <p:nvPr/>
        </p:nvSpPr>
        <p:spPr>
          <a:xfrm>
            <a:off x="3425833" y="4660757"/>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Routers, Solar, Heat Pumps</a:t>
            </a:r>
            <a:endParaRPr lang="en-US" sz="1100">
              <a:solidFill>
                <a:prstClr val="black"/>
              </a:solidFill>
              <a:latin typeface="Arial" panose="020B0604020202020204" pitchFamily="34" charset="0"/>
              <a:cs typeface="Arial" panose="020B0604020202020204" pitchFamily="34" charset="0"/>
            </a:endParaRPr>
          </a:p>
        </p:txBody>
      </p:sp>
      <p:sp>
        <p:nvSpPr>
          <p:cNvPr id="56" name="Shape 51">
            <a:extLst>
              <a:ext uri="{FF2B5EF4-FFF2-40B4-BE49-F238E27FC236}">
                <a16:creationId xmlns:a16="http://schemas.microsoft.com/office/drawing/2014/main" id="{3448B10E-1FBA-9426-C180-8F562719A0CF}"/>
              </a:ext>
            </a:extLst>
          </p:cNvPr>
          <p:cNvSpPr/>
          <p:nvPr/>
        </p:nvSpPr>
        <p:spPr>
          <a:xfrm>
            <a:off x="368300" y="5002527"/>
            <a:ext cx="525272"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7" name="Text 52">
            <a:extLst>
              <a:ext uri="{FF2B5EF4-FFF2-40B4-BE49-F238E27FC236}">
                <a16:creationId xmlns:a16="http://schemas.microsoft.com/office/drawing/2014/main" id="{354705F4-C41E-9968-12BF-785897F4A587}"/>
              </a:ext>
            </a:extLst>
          </p:cNvPr>
          <p:cNvSpPr txBox="1"/>
          <p:nvPr/>
        </p:nvSpPr>
        <p:spPr>
          <a:xfrm>
            <a:off x="414020" y="5002527"/>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1.4.1</a:t>
            </a:r>
            <a:endParaRPr lang="en-US" sz="1100">
              <a:solidFill>
                <a:prstClr val="black"/>
              </a:solidFill>
              <a:latin typeface="Arial" panose="020B0604020202020204" pitchFamily="34" charset="0"/>
              <a:cs typeface="Arial" panose="020B0604020202020204" pitchFamily="34" charset="0"/>
            </a:endParaRPr>
          </a:p>
        </p:txBody>
      </p:sp>
      <p:sp>
        <p:nvSpPr>
          <p:cNvPr id="58" name="Shape 53">
            <a:extLst>
              <a:ext uri="{FF2B5EF4-FFF2-40B4-BE49-F238E27FC236}">
                <a16:creationId xmlns:a16="http://schemas.microsoft.com/office/drawing/2014/main" id="{51248426-E384-B864-2F20-6D1AFE03CDFA}"/>
              </a:ext>
            </a:extLst>
          </p:cNvPr>
          <p:cNvSpPr/>
          <p:nvPr/>
        </p:nvSpPr>
        <p:spPr>
          <a:xfrm>
            <a:off x="889508" y="5002527"/>
            <a:ext cx="548896"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59" name="Text 54">
            <a:extLst>
              <a:ext uri="{FF2B5EF4-FFF2-40B4-BE49-F238E27FC236}">
                <a16:creationId xmlns:a16="http://schemas.microsoft.com/office/drawing/2014/main" id="{B1C51279-6760-A6C8-D780-BCBDC10A2DD2}"/>
              </a:ext>
            </a:extLst>
          </p:cNvPr>
          <p:cNvSpPr txBox="1"/>
          <p:nvPr/>
        </p:nvSpPr>
        <p:spPr>
          <a:xfrm>
            <a:off x="935228" y="5002527"/>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May 25</a:t>
            </a:r>
            <a:endParaRPr lang="en-US" sz="1100">
              <a:solidFill>
                <a:prstClr val="black"/>
              </a:solidFill>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67B978D4-29B1-823D-379A-B12F4BC9A241}"/>
              </a:ext>
            </a:extLst>
          </p:cNvPr>
          <p:cNvSpPr/>
          <p:nvPr/>
        </p:nvSpPr>
        <p:spPr>
          <a:xfrm>
            <a:off x="1438404" y="4999577"/>
            <a:ext cx="1954871"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61" name="Text 56">
            <a:extLst>
              <a:ext uri="{FF2B5EF4-FFF2-40B4-BE49-F238E27FC236}">
                <a16:creationId xmlns:a16="http://schemas.microsoft.com/office/drawing/2014/main" id="{9430DD9B-B09C-4188-672B-ABCBA81687A2}"/>
              </a:ext>
            </a:extLst>
          </p:cNvPr>
          <p:cNvSpPr txBox="1"/>
          <p:nvPr/>
        </p:nvSpPr>
        <p:spPr>
          <a:xfrm>
            <a:off x="1484124" y="4999577"/>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Setup + NFC tag support</a:t>
            </a:r>
            <a:endParaRPr lang="en-US" sz="1100">
              <a:solidFill>
                <a:prstClr val="black"/>
              </a:solidFill>
              <a:latin typeface="Arial" panose="020B0604020202020204" pitchFamily="34" charset="0"/>
              <a:cs typeface="Arial" panose="020B0604020202020204" pitchFamily="34" charset="0"/>
            </a:endParaRPr>
          </a:p>
        </p:txBody>
      </p:sp>
      <p:sp>
        <p:nvSpPr>
          <p:cNvPr id="62" name="Shape 57">
            <a:extLst>
              <a:ext uri="{FF2B5EF4-FFF2-40B4-BE49-F238E27FC236}">
                <a16:creationId xmlns:a16="http://schemas.microsoft.com/office/drawing/2014/main" id="{E4D951EC-C15A-02FD-89EC-E0C7898C8C87}"/>
              </a:ext>
            </a:extLst>
          </p:cNvPr>
          <p:cNvSpPr/>
          <p:nvPr/>
        </p:nvSpPr>
        <p:spPr>
          <a:xfrm>
            <a:off x="3380113" y="4999085"/>
            <a:ext cx="1924127"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63" name="Text 58">
            <a:extLst>
              <a:ext uri="{FF2B5EF4-FFF2-40B4-BE49-F238E27FC236}">
                <a16:creationId xmlns:a16="http://schemas.microsoft.com/office/drawing/2014/main" id="{E15200D3-A950-954F-9879-B63943B0572E}"/>
              </a:ext>
            </a:extLst>
          </p:cNvPr>
          <p:cNvSpPr txBox="1"/>
          <p:nvPr/>
        </p:nvSpPr>
        <p:spPr>
          <a:xfrm>
            <a:off x="3425833" y="4999085"/>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t>
            </a:r>
            <a:endParaRPr lang="en-US" sz="1100">
              <a:solidFill>
                <a:prstClr val="black"/>
              </a:solidFill>
              <a:latin typeface="Arial" panose="020B0604020202020204" pitchFamily="34" charset="0"/>
              <a:cs typeface="Arial" panose="020B0604020202020204" pitchFamily="34" charset="0"/>
            </a:endParaRPr>
          </a:p>
        </p:txBody>
      </p:sp>
      <p:sp>
        <p:nvSpPr>
          <p:cNvPr id="64" name="Shape 59">
            <a:extLst>
              <a:ext uri="{FF2B5EF4-FFF2-40B4-BE49-F238E27FC236}">
                <a16:creationId xmlns:a16="http://schemas.microsoft.com/office/drawing/2014/main" id="{1C29DE39-2975-584F-11BC-4CB251DE1E1A}"/>
              </a:ext>
            </a:extLst>
          </p:cNvPr>
          <p:cNvSpPr/>
          <p:nvPr/>
        </p:nvSpPr>
        <p:spPr>
          <a:xfrm>
            <a:off x="368300" y="5340855"/>
            <a:ext cx="525272"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65" name="Text 60">
            <a:extLst>
              <a:ext uri="{FF2B5EF4-FFF2-40B4-BE49-F238E27FC236}">
                <a16:creationId xmlns:a16="http://schemas.microsoft.com/office/drawing/2014/main" id="{49702043-D52C-50F6-89C9-588E1D9D2E83}"/>
              </a:ext>
            </a:extLst>
          </p:cNvPr>
          <p:cNvSpPr txBox="1"/>
          <p:nvPr/>
        </p:nvSpPr>
        <p:spPr>
          <a:xfrm>
            <a:off x="414020" y="5340855"/>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1.4.2</a:t>
            </a:r>
            <a:endParaRPr lang="en-US" sz="1100">
              <a:solidFill>
                <a:prstClr val="black"/>
              </a:solidFill>
              <a:latin typeface="Arial" panose="020B0604020202020204" pitchFamily="34" charset="0"/>
              <a:cs typeface="Arial" panose="020B0604020202020204" pitchFamily="34" charset="0"/>
            </a:endParaRPr>
          </a:p>
        </p:txBody>
      </p:sp>
      <p:sp>
        <p:nvSpPr>
          <p:cNvPr id="148" name="Shape 61">
            <a:extLst>
              <a:ext uri="{FF2B5EF4-FFF2-40B4-BE49-F238E27FC236}">
                <a16:creationId xmlns:a16="http://schemas.microsoft.com/office/drawing/2014/main" id="{43CF416C-7A8B-2FC7-8B1F-E823885D69A8}"/>
              </a:ext>
            </a:extLst>
          </p:cNvPr>
          <p:cNvSpPr/>
          <p:nvPr/>
        </p:nvSpPr>
        <p:spPr>
          <a:xfrm>
            <a:off x="889508" y="5340855"/>
            <a:ext cx="548896"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49" name="Text 62">
            <a:extLst>
              <a:ext uri="{FF2B5EF4-FFF2-40B4-BE49-F238E27FC236}">
                <a16:creationId xmlns:a16="http://schemas.microsoft.com/office/drawing/2014/main" id="{EBA15C51-A4CD-CAE8-7760-969B4EB84151}"/>
              </a:ext>
            </a:extLst>
          </p:cNvPr>
          <p:cNvSpPr txBox="1"/>
          <p:nvPr/>
        </p:nvSpPr>
        <p:spPr>
          <a:xfrm>
            <a:off x="935228" y="5340855"/>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Aug 25</a:t>
            </a:r>
            <a:endParaRPr lang="en-US" sz="1100">
              <a:solidFill>
                <a:prstClr val="black"/>
              </a:solidFill>
              <a:latin typeface="Arial" panose="020B0604020202020204" pitchFamily="34" charset="0"/>
              <a:cs typeface="Arial" panose="020B0604020202020204" pitchFamily="34" charset="0"/>
            </a:endParaRPr>
          </a:p>
        </p:txBody>
      </p:sp>
      <p:sp>
        <p:nvSpPr>
          <p:cNvPr id="150" name="Shape 63">
            <a:extLst>
              <a:ext uri="{FF2B5EF4-FFF2-40B4-BE49-F238E27FC236}">
                <a16:creationId xmlns:a16="http://schemas.microsoft.com/office/drawing/2014/main" id="{C4701AD5-538F-C4C5-5C72-D90B3129679C}"/>
              </a:ext>
            </a:extLst>
          </p:cNvPr>
          <p:cNvSpPr/>
          <p:nvPr/>
        </p:nvSpPr>
        <p:spPr>
          <a:xfrm>
            <a:off x="1438404" y="5337905"/>
            <a:ext cx="1954871"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52" name="Text 64">
            <a:extLst>
              <a:ext uri="{FF2B5EF4-FFF2-40B4-BE49-F238E27FC236}">
                <a16:creationId xmlns:a16="http://schemas.microsoft.com/office/drawing/2014/main" id="{B13B80E3-EF5D-76AA-01B6-A3F9CE077F8F}"/>
              </a:ext>
            </a:extLst>
          </p:cNvPr>
          <p:cNvSpPr txBox="1"/>
          <p:nvPr/>
        </p:nvSpPr>
        <p:spPr>
          <a:xfrm>
            <a:off x="1484124" y="5337905"/>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Security + Wi-Fi commissioning</a:t>
            </a:r>
            <a:endParaRPr lang="en-US" sz="1100">
              <a:solidFill>
                <a:prstClr val="black"/>
              </a:solidFill>
              <a:latin typeface="Arial" panose="020B0604020202020204" pitchFamily="34" charset="0"/>
              <a:cs typeface="Arial" panose="020B0604020202020204" pitchFamily="34" charset="0"/>
            </a:endParaRPr>
          </a:p>
        </p:txBody>
      </p:sp>
      <p:sp>
        <p:nvSpPr>
          <p:cNvPr id="153" name="Shape 65">
            <a:extLst>
              <a:ext uri="{FF2B5EF4-FFF2-40B4-BE49-F238E27FC236}">
                <a16:creationId xmlns:a16="http://schemas.microsoft.com/office/drawing/2014/main" id="{19359F54-F538-C4F3-8B5E-056905931537}"/>
              </a:ext>
            </a:extLst>
          </p:cNvPr>
          <p:cNvSpPr/>
          <p:nvPr/>
        </p:nvSpPr>
        <p:spPr>
          <a:xfrm>
            <a:off x="3380113" y="5337413"/>
            <a:ext cx="1924127"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54" name="Text 66">
            <a:extLst>
              <a:ext uri="{FF2B5EF4-FFF2-40B4-BE49-F238E27FC236}">
                <a16:creationId xmlns:a16="http://schemas.microsoft.com/office/drawing/2014/main" id="{598CC561-5DAA-4945-CA72-A3E3017681B5}"/>
              </a:ext>
            </a:extLst>
          </p:cNvPr>
          <p:cNvSpPr txBox="1"/>
          <p:nvPr/>
        </p:nvSpPr>
        <p:spPr>
          <a:xfrm>
            <a:off x="3425833" y="5337413"/>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t>
            </a:r>
            <a:endParaRPr lang="en-US" sz="1100">
              <a:solidFill>
                <a:prstClr val="black"/>
              </a:solidFill>
              <a:latin typeface="Arial" panose="020B0604020202020204" pitchFamily="34" charset="0"/>
              <a:cs typeface="Arial" panose="020B0604020202020204" pitchFamily="34" charset="0"/>
            </a:endParaRPr>
          </a:p>
        </p:txBody>
      </p:sp>
      <p:sp>
        <p:nvSpPr>
          <p:cNvPr id="155" name="Shape 67">
            <a:extLst>
              <a:ext uri="{FF2B5EF4-FFF2-40B4-BE49-F238E27FC236}">
                <a16:creationId xmlns:a16="http://schemas.microsoft.com/office/drawing/2014/main" id="{FDFD2067-360A-408E-25F9-18B7733104C0}"/>
              </a:ext>
            </a:extLst>
          </p:cNvPr>
          <p:cNvSpPr/>
          <p:nvPr/>
        </p:nvSpPr>
        <p:spPr>
          <a:xfrm>
            <a:off x="368300" y="5679183"/>
            <a:ext cx="525272"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56" name="Text 68">
            <a:extLst>
              <a:ext uri="{FF2B5EF4-FFF2-40B4-BE49-F238E27FC236}">
                <a16:creationId xmlns:a16="http://schemas.microsoft.com/office/drawing/2014/main" id="{36C7179A-2C25-E147-B19C-E2B9B3CAF61C}"/>
              </a:ext>
            </a:extLst>
          </p:cNvPr>
          <p:cNvSpPr txBox="1"/>
          <p:nvPr/>
        </p:nvSpPr>
        <p:spPr>
          <a:xfrm>
            <a:off x="414020" y="5679183"/>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1.5</a:t>
            </a:r>
            <a:endParaRPr lang="en-US" sz="1100">
              <a:solidFill>
                <a:prstClr val="black"/>
              </a:solidFill>
              <a:latin typeface="Arial" panose="020B0604020202020204" pitchFamily="34" charset="0"/>
              <a:cs typeface="Arial" panose="020B0604020202020204" pitchFamily="34" charset="0"/>
            </a:endParaRPr>
          </a:p>
        </p:txBody>
      </p:sp>
      <p:sp>
        <p:nvSpPr>
          <p:cNvPr id="157" name="Shape 69">
            <a:extLst>
              <a:ext uri="{FF2B5EF4-FFF2-40B4-BE49-F238E27FC236}">
                <a16:creationId xmlns:a16="http://schemas.microsoft.com/office/drawing/2014/main" id="{AF5A5B22-BB3C-5AE2-BC97-F589A96BC32A}"/>
              </a:ext>
            </a:extLst>
          </p:cNvPr>
          <p:cNvSpPr/>
          <p:nvPr/>
        </p:nvSpPr>
        <p:spPr>
          <a:xfrm>
            <a:off x="889508" y="5679183"/>
            <a:ext cx="548896"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58" name="Text 70">
            <a:extLst>
              <a:ext uri="{FF2B5EF4-FFF2-40B4-BE49-F238E27FC236}">
                <a16:creationId xmlns:a16="http://schemas.microsoft.com/office/drawing/2014/main" id="{BB8455C9-0C65-DB28-39E7-4CA5569DBD4F}"/>
              </a:ext>
            </a:extLst>
          </p:cNvPr>
          <p:cNvSpPr txBox="1"/>
          <p:nvPr/>
        </p:nvSpPr>
        <p:spPr>
          <a:xfrm>
            <a:off x="935228" y="5679183"/>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Nov 25</a:t>
            </a:r>
            <a:endParaRPr lang="en-US" sz="1100">
              <a:solidFill>
                <a:prstClr val="black"/>
              </a:solidFill>
              <a:latin typeface="Arial" panose="020B0604020202020204" pitchFamily="34" charset="0"/>
              <a:cs typeface="Arial" panose="020B0604020202020204" pitchFamily="34" charset="0"/>
            </a:endParaRPr>
          </a:p>
        </p:txBody>
      </p:sp>
      <p:sp>
        <p:nvSpPr>
          <p:cNvPr id="159" name="Shape 71">
            <a:extLst>
              <a:ext uri="{FF2B5EF4-FFF2-40B4-BE49-F238E27FC236}">
                <a16:creationId xmlns:a16="http://schemas.microsoft.com/office/drawing/2014/main" id="{C430D8AE-ACD7-8D9B-1D2E-D8886AACB523}"/>
              </a:ext>
            </a:extLst>
          </p:cNvPr>
          <p:cNvSpPr/>
          <p:nvPr/>
        </p:nvSpPr>
        <p:spPr>
          <a:xfrm>
            <a:off x="1438404" y="5676233"/>
            <a:ext cx="1954871"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60" name="Text 72">
            <a:extLst>
              <a:ext uri="{FF2B5EF4-FFF2-40B4-BE49-F238E27FC236}">
                <a16:creationId xmlns:a16="http://schemas.microsoft.com/office/drawing/2014/main" id="{2887F38D-85A5-6559-14AB-B229D95F33B8}"/>
              </a:ext>
            </a:extLst>
          </p:cNvPr>
          <p:cNvSpPr txBox="1"/>
          <p:nvPr/>
        </p:nvSpPr>
        <p:spPr>
          <a:xfrm>
            <a:off x="1484124" y="5676233"/>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New device types</a:t>
            </a:r>
            <a:endParaRPr lang="en-US" sz="1100">
              <a:solidFill>
                <a:prstClr val="black"/>
              </a:solidFill>
              <a:latin typeface="Arial" panose="020B0604020202020204" pitchFamily="34" charset="0"/>
              <a:cs typeface="Arial" panose="020B0604020202020204" pitchFamily="34" charset="0"/>
            </a:endParaRPr>
          </a:p>
        </p:txBody>
      </p:sp>
      <p:sp>
        <p:nvSpPr>
          <p:cNvPr id="161" name="Shape 73">
            <a:extLst>
              <a:ext uri="{FF2B5EF4-FFF2-40B4-BE49-F238E27FC236}">
                <a16:creationId xmlns:a16="http://schemas.microsoft.com/office/drawing/2014/main" id="{A0312CCA-4265-FF29-5153-ECD619B872BC}"/>
              </a:ext>
            </a:extLst>
          </p:cNvPr>
          <p:cNvSpPr/>
          <p:nvPr/>
        </p:nvSpPr>
        <p:spPr>
          <a:xfrm>
            <a:off x="3380113" y="5675741"/>
            <a:ext cx="1924127" cy="338328"/>
          </a:xfrm>
          <a:prstGeom prst="rect">
            <a:avLst/>
          </a:prstGeom>
          <a:solidFill>
            <a:srgbClr val="DCE6F1"/>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62" name="Text 74">
            <a:extLst>
              <a:ext uri="{FF2B5EF4-FFF2-40B4-BE49-F238E27FC236}">
                <a16:creationId xmlns:a16="http://schemas.microsoft.com/office/drawing/2014/main" id="{CDAE4676-5B04-A9A9-A952-035760A84CA7}"/>
              </a:ext>
            </a:extLst>
          </p:cNvPr>
          <p:cNvSpPr txBox="1"/>
          <p:nvPr/>
        </p:nvSpPr>
        <p:spPr>
          <a:xfrm>
            <a:off x="3425833" y="5675741"/>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Cameras, Closures, Soil Sensors</a:t>
            </a:r>
            <a:endParaRPr lang="en-US" sz="1100">
              <a:solidFill>
                <a:prstClr val="black"/>
              </a:solidFill>
              <a:latin typeface="Arial" panose="020B0604020202020204" pitchFamily="34" charset="0"/>
              <a:cs typeface="Arial" panose="020B0604020202020204" pitchFamily="34" charset="0"/>
            </a:endParaRPr>
          </a:p>
        </p:txBody>
      </p:sp>
      <p:sp>
        <p:nvSpPr>
          <p:cNvPr id="163" name="Shape 75">
            <a:extLst>
              <a:ext uri="{FF2B5EF4-FFF2-40B4-BE49-F238E27FC236}">
                <a16:creationId xmlns:a16="http://schemas.microsoft.com/office/drawing/2014/main" id="{510931A5-0CD3-77F9-788F-76938A37BB31}"/>
              </a:ext>
            </a:extLst>
          </p:cNvPr>
          <p:cNvSpPr/>
          <p:nvPr/>
        </p:nvSpPr>
        <p:spPr>
          <a:xfrm>
            <a:off x="368300" y="6017511"/>
            <a:ext cx="525272"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64" name="Text 76">
            <a:extLst>
              <a:ext uri="{FF2B5EF4-FFF2-40B4-BE49-F238E27FC236}">
                <a16:creationId xmlns:a16="http://schemas.microsoft.com/office/drawing/2014/main" id="{4CC0D657-391D-EEE2-7F8C-FEDA8C354D4A}"/>
              </a:ext>
            </a:extLst>
          </p:cNvPr>
          <p:cNvSpPr txBox="1"/>
          <p:nvPr/>
        </p:nvSpPr>
        <p:spPr>
          <a:xfrm>
            <a:off x="414020" y="6017511"/>
            <a:ext cx="429768"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1.6</a:t>
            </a:r>
            <a:endParaRPr lang="en-US" sz="1100">
              <a:solidFill>
                <a:prstClr val="black"/>
              </a:solidFill>
              <a:latin typeface="Arial" panose="020B0604020202020204" pitchFamily="34" charset="0"/>
              <a:cs typeface="Arial" panose="020B0604020202020204" pitchFamily="34" charset="0"/>
            </a:endParaRPr>
          </a:p>
        </p:txBody>
      </p:sp>
      <p:sp>
        <p:nvSpPr>
          <p:cNvPr id="165" name="Shape 77">
            <a:extLst>
              <a:ext uri="{FF2B5EF4-FFF2-40B4-BE49-F238E27FC236}">
                <a16:creationId xmlns:a16="http://schemas.microsoft.com/office/drawing/2014/main" id="{55D9EEF6-60EE-67DA-3491-9A6A06791D5C}"/>
              </a:ext>
            </a:extLst>
          </p:cNvPr>
          <p:cNvSpPr/>
          <p:nvPr/>
        </p:nvSpPr>
        <p:spPr>
          <a:xfrm>
            <a:off x="889508" y="6017511"/>
            <a:ext cx="548896"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66" name="Text 78">
            <a:extLst>
              <a:ext uri="{FF2B5EF4-FFF2-40B4-BE49-F238E27FC236}">
                <a16:creationId xmlns:a16="http://schemas.microsoft.com/office/drawing/2014/main" id="{4723DF2E-176A-B69C-CA2E-52B9046055BD}"/>
              </a:ext>
            </a:extLst>
          </p:cNvPr>
          <p:cNvSpPr txBox="1"/>
          <p:nvPr/>
        </p:nvSpPr>
        <p:spPr>
          <a:xfrm>
            <a:off x="935228" y="6017511"/>
            <a:ext cx="47472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Jun 26</a:t>
            </a:r>
            <a:endParaRPr lang="en-US" sz="1100">
              <a:solidFill>
                <a:prstClr val="black"/>
              </a:solidFill>
              <a:latin typeface="Arial" panose="020B0604020202020204" pitchFamily="34" charset="0"/>
              <a:cs typeface="Arial" panose="020B0604020202020204" pitchFamily="34" charset="0"/>
            </a:endParaRPr>
          </a:p>
        </p:txBody>
      </p:sp>
      <p:sp>
        <p:nvSpPr>
          <p:cNvPr id="167" name="Shape 79">
            <a:extLst>
              <a:ext uri="{FF2B5EF4-FFF2-40B4-BE49-F238E27FC236}">
                <a16:creationId xmlns:a16="http://schemas.microsoft.com/office/drawing/2014/main" id="{2B5F59F8-1326-0EFB-B4CD-B949B8D9C8E3}"/>
              </a:ext>
            </a:extLst>
          </p:cNvPr>
          <p:cNvSpPr/>
          <p:nvPr/>
        </p:nvSpPr>
        <p:spPr>
          <a:xfrm>
            <a:off x="1438404" y="6014561"/>
            <a:ext cx="1954871"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68" name="Text 80">
            <a:extLst>
              <a:ext uri="{FF2B5EF4-FFF2-40B4-BE49-F238E27FC236}">
                <a16:creationId xmlns:a16="http://schemas.microsoft.com/office/drawing/2014/main" id="{4E2242DA-5AAC-B865-9CD2-AE6ED0C2E088}"/>
              </a:ext>
            </a:extLst>
          </p:cNvPr>
          <p:cNvSpPr txBox="1"/>
          <p:nvPr/>
        </p:nvSpPr>
        <p:spPr>
          <a:xfrm>
            <a:off x="1484124" y="6014561"/>
            <a:ext cx="1895989"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NFC commissioning, Multi-Admin</a:t>
            </a:r>
            <a:endParaRPr lang="en-US" sz="1100">
              <a:solidFill>
                <a:prstClr val="black"/>
              </a:solidFill>
              <a:latin typeface="Arial" panose="020B0604020202020204" pitchFamily="34" charset="0"/>
              <a:cs typeface="Arial" panose="020B0604020202020204" pitchFamily="34" charset="0"/>
            </a:endParaRPr>
          </a:p>
        </p:txBody>
      </p:sp>
      <p:sp>
        <p:nvSpPr>
          <p:cNvPr id="169" name="Shape 81">
            <a:extLst>
              <a:ext uri="{FF2B5EF4-FFF2-40B4-BE49-F238E27FC236}">
                <a16:creationId xmlns:a16="http://schemas.microsoft.com/office/drawing/2014/main" id="{2828BD92-1C19-E6E4-AAB8-7630DB8FB9A8}"/>
              </a:ext>
            </a:extLst>
          </p:cNvPr>
          <p:cNvSpPr/>
          <p:nvPr/>
        </p:nvSpPr>
        <p:spPr>
          <a:xfrm>
            <a:off x="3380113" y="6014069"/>
            <a:ext cx="1924127" cy="338328"/>
          </a:xfrm>
          <a:prstGeom prst="rect">
            <a:avLst/>
          </a:prstGeom>
          <a:solidFill>
            <a:srgbClr val="FFFFFF"/>
          </a:solidFill>
          <a:ln w="6350">
            <a:solidFill>
              <a:srgbClr val="A0B4D0"/>
            </a:solidFill>
            <a:prstDash val="solid"/>
          </a:ln>
        </p:spPr>
        <p:txBody>
          <a:bodyPr/>
          <a:lstStyle/>
          <a:p>
            <a:pPr rtl="0"/>
            <a:endParaRPr lang="en-US" sz="1100">
              <a:solidFill>
                <a:prstClr val="black"/>
              </a:solidFill>
              <a:latin typeface="Arial" panose="020B0604020202020204" pitchFamily="34" charset="0"/>
              <a:cs typeface="Arial" panose="020B0604020202020204" pitchFamily="34" charset="0"/>
            </a:endParaRPr>
          </a:p>
        </p:txBody>
      </p:sp>
      <p:sp>
        <p:nvSpPr>
          <p:cNvPr id="170" name="Text 82">
            <a:extLst>
              <a:ext uri="{FF2B5EF4-FFF2-40B4-BE49-F238E27FC236}">
                <a16:creationId xmlns:a16="http://schemas.microsoft.com/office/drawing/2014/main" id="{F359C641-ABD7-447E-A32E-6D52A5470B97}"/>
              </a:ext>
            </a:extLst>
          </p:cNvPr>
          <p:cNvSpPr txBox="1"/>
          <p:nvPr/>
        </p:nvSpPr>
        <p:spPr>
          <a:xfrm>
            <a:off x="3425833" y="6014069"/>
            <a:ext cx="1847162" cy="338328"/>
          </a:xfrm>
          <a:prstGeom prst="rect">
            <a:avLst/>
          </a:prstGeom>
          <a:noFill/>
          <a:ln/>
        </p:spPr>
        <p:txBody>
          <a:bodyPr wrap="square" lIns="0" tIns="0" rIns="0" bIns="0" rtlCol="0" anchor="ctr"/>
          <a:lstStyle/>
          <a:p>
            <a:pPr rtl="0"/>
            <a:r>
              <a:rPr lang="en-US" sz="1100">
                <a:solidFill>
                  <a:srgbClr val="1A1A2A"/>
                </a:solidFill>
                <a:latin typeface="Arial" panose="020B0604020202020204" pitchFamily="34" charset="0"/>
                <a:ea typeface="Aptos" pitchFamily="34" charset="-122"/>
                <a:cs typeface="Arial" panose="020B0604020202020204" pitchFamily="34" charset="0"/>
              </a:rPr>
              <a:t>—</a:t>
            </a:r>
            <a:endParaRPr lang="en-US" sz="1100">
              <a:solidFill>
                <a:prstClr val="black"/>
              </a:solidFill>
              <a:latin typeface="Arial" panose="020B0604020202020204" pitchFamily="34" charset="0"/>
              <a:cs typeface="Arial" panose="020B0604020202020204" pitchFamily="34" charset="0"/>
            </a:endParaRPr>
          </a:p>
        </p:txBody>
      </p:sp>
      <p:pic>
        <p:nvPicPr>
          <p:cNvPr id="172" name="Picture 171">
            <a:extLst>
              <a:ext uri="{FF2B5EF4-FFF2-40B4-BE49-F238E27FC236}">
                <a16:creationId xmlns:a16="http://schemas.microsoft.com/office/drawing/2014/main" id="{4F6E8EED-8537-9566-8DE0-A964504438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1414" y="838730"/>
            <a:ext cx="4982826" cy="1856067"/>
          </a:xfrm>
          <a:prstGeom prst="rect">
            <a:avLst/>
          </a:prstGeom>
        </p:spPr>
      </p:pic>
    </p:spTree>
    <p:extLst>
      <p:ext uri="{BB962C8B-B14F-4D97-AF65-F5344CB8AC3E}">
        <p14:creationId xmlns:p14="http://schemas.microsoft.com/office/powerpoint/2010/main" val="17266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79E0-A221-F05B-41FB-742D77C593BF}"/>
            </a:ext>
          </a:extLst>
        </p:cNvPr>
        <p:cNvGrpSpPr/>
        <p:nvPr/>
      </p:nvGrpSpPr>
      <p:grpSpPr>
        <a:xfrm>
          <a:off x="0" y="0"/>
          <a:ext cx="0" cy="0"/>
          <a:chOff x="0" y="0"/>
          <a:chExt cx="0" cy="0"/>
        </a:xfrm>
      </p:grpSpPr>
      <p:sp>
        <p:nvSpPr>
          <p:cNvPr id="38" name="Shape 83">
            <a:extLst>
              <a:ext uri="{FF2B5EF4-FFF2-40B4-BE49-F238E27FC236}">
                <a16:creationId xmlns:a16="http://schemas.microsoft.com/office/drawing/2014/main" id="{DD53A7B2-8B15-3675-3684-943C09EAAEB7}"/>
              </a:ext>
            </a:extLst>
          </p:cNvPr>
          <p:cNvSpPr/>
          <p:nvPr/>
        </p:nvSpPr>
        <p:spPr>
          <a:xfrm>
            <a:off x="6082801" y="766278"/>
            <a:ext cx="5915653" cy="2950029"/>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9D0EA64D-843B-8770-3CC1-3D495F07EA38}"/>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latin typeface="Arial" panose="020B0604020202020204" pitchFamily="34" charset="0"/>
                <a:cs typeface="Arial" panose="020B0604020202020204" pitchFamily="34" charset="0"/>
              </a:rPr>
              <a:t>  </a:t>
            </a:r>
            <a:r>
              <a:rPr lang="en-GB" sz="2000" b="1">
                <a:solidFill>
                  <a:schemeClr val="bg1"/>
                </a:solidFill>
                <a:latin typeface="Arial" panose="020B0604020202020204" pitchFamily="34" charset="0"/>
                <a:cs typeface="Arial" panose="020B0604020202020204" pitchFamily="34" charset="0"/>
              </a:rPr>
              <a:t>RQ2    Matter version Status </a:t>
            </a:r>
            <a:endParaRPr lang="en-GB" sz="2400" b="1">
              <a:solidFill>
                <a:schemeClr val="bg1"/>
              </a:solidFill>
              <a:latin typeface="Arial" panose="020B0604020202020204" pitchFamily="34" charset="0"/>
              <a:ea typeface="Calibri"/>
              <a:cs typeface="Arial" panose="020B0604020202020204" pitchFamily="34" charset="0"/>
            </a:endParaRPr>
          </a:p>
          <a:p>
            <a:endParaRPr lang="en-US" sz="2000" b="1">
              <a:solidFill>
                <a:srgbClr val="FFFFFF"/>
              </a:solidFill>
              <a:latin typeface="Aptos" pitchFamily="34" charset="0"/>
              <a:ea typeface="Aptos" pitchFamily="34" charset="-122"/>
              <a:cs typeface="Aptos" pitchFamily="34" charset="-12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7839FD4B-978C-B557-F785-F62916DFD385}"/>
              </a:ext>
            </a:extLst>
          </p:cNvPr>
          <p:cNvSpPr>
            <a:spLocks noGrp="1"/>
          </p:cNvSpPr>
          <p:nvPr/>
        </p:nvSpPr>
        <p:spPr>
          <a:xfrm>
            <a:off x="1637757" y="6406249"/>
            <a:ext cx="8896883" cy="250239"/>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1050" b="1">
              <a:solidFill>
                <a:srgbClr val="0E7490"/>
              </a:solidFill>
              <a:latin typeface="Arial" panose="020B0604020202020204" pitchFamily="34" charset="0"/>
              <a:ea typeface="Calibri"/>
              <a:cs typeface="Arial" panose="020B0604020202020204" pitchFamily="34" charset="0"/>
            </a:endParaRPr>
          </a:p>
          <a:p>
            <a:pPr algn="l">
              <a:buNone/>
              <a:defRPr sz="975" b="1">
                <a:solidFill>
                  <a:srgbClr val="0E7490"/>
                </a:solidFill>
                <a:latin typeface="Calibri"/>
                <a:ea typeface="Calibri"/>
                <a:cs typeface="Calibri"/>
              </a:defRPr>
            </a:pPr>
            <a:endParaRPr lang="en-GB" sz="1050" b="1">
              <a:solidFill>
                <a:srgbClr val="0E7490"/>
              </a:solidFill>
              <a:latin typeface="Arial" panose="020B0604020202020204" pitchFamily="34" charset="0"/>
              <a:ea typeface="Calibri"/>
              <a:cs typeface="Arial" panose="020B0604020202020204" pitchFamily="34" charset="0"/>
            </a:endParaRPr>
          </a:p>
          <a:p>
            <a:pPr algn="l">
              <a:buNone/>
              <a:defRPr sz="975" b="1">
                <a:solidFill>
                  <a:srgbClr val="0E7490"/>
                </a:solidFill>
                <a:latin typeface="Calibri"/>
                <a:ea typeface="Calibri"/>
                <a:cs typeface="Calibri"/>
              </a:defRPr>
            </a:pPr>
            <a:endParaRPr sz="1050" b="1">
              <a:solidFill>
                <a:srgbClr val="0E7490"/>
              </a:solidFill>
              <a:latin typeface="Arial" panose="020B0604020202020204" pitchFamily="34" charset="0"/>
              <a:ea typeface="Calibri"/>
              <a:cs typeface="Arial" panose="020B0604020202020204" pitchFamily="34" charset="0"/>
            </a:endParaRPr>
          </a:p>
        </p:txBody>
      </p:sp>
      <p:grpSp>
        <p:nvGrpSpPr>
          <p:cNvPr id="14" name="Group 13">
            <a:extLst>
              <a:ext uri="{FF2B5EF4-FFF2-40B4-BE49-F238E27FC236}">
                <a16:creationId xmlns:a16="http://schemas.microsoft.com/office/drawing/2014/main" id="{123B2758-7DAE-DB4E-AD72-4C2FAE2EC8A0}"/>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98F8B27C-D497-7AB2-0B4B-E9D1CB00BB1A}"/>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C00F15B4-82F9-6850-80AD-3447B5E51C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AD64C49A-CF97-0304-753E-9877ADA134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57" name="Text 83">
            <a:extLst>
              <a:ext uri="{FF2B5EF4-FFF2-40B4-BE49-F238E27FC236}">
                <a16:creationId xmlns:a16="http://schemas.microsoft.com/office/drawing/2014/main" id="{9D0A90F2-1F06-A043-4692-E3584C0F5440}"/>
              </a:ext>
            </a:extLst>
          </p:cNvPr>
          <p:cNvSpPr txBox="1"/>
          <p:nvPr/>
        </p:nvSpPr>
        <p:spPr>
          <a:xfrm>
            <a:off x="6183983" y="1670403"/>
            <a:ext cx="5358889" cy="78983"/>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Infrequent SW updates, few devices running latest SW.</a:t>
            </a:r>
          </a:p>
          <a:p>
            <a:pPr rtl="0"/>
            <a:endParaRPr lang="en-US" sz="2400" b="1">
              <a:latin typeface="Arial" panose="020B0604020202020204" pitchFamily="34" charset="0"/>
              <a:ea typeface="Aptos" pitchFamily="34" charset="-122"/>
              <a:cs typeface="Arial" panose="020B0604020202020204" pitchFamily="34" charset="0"/>
            </a:endParaRPr>
          </a:p>
          <a:p>
            <a:pPr rtl="0"/>
            <a:endParaRPr lang="en-US" sz="2400" b="1">
              <a:latin typeface="Arial" panose="020B0604020202020204" pitchFamily="34" charset="0"/>
              <a:ea typeface="Aptos" pitchFamily="34" charset="-122"/>
              <a:cs typeface="Arial" panose="020B0604020202020204" pitchFamily="34" charset="0"/>
            </a:endParaRPr>
          </a:p>
          <a:p>
            <a:pPr rtl="0"/>
            <a:endParaRPr lang="en-US" sz="2400">
              <a:latin typeface="Arial" panose="020B0604020202020204" pitchFamily="34" charset="0"/>
              <a:cs typeface="Arial" panose="020B0604020202020204" pitchFamily="34" charset="0"/>
            </a:endParaRPr>
          </a:p>
        </p:txBody>
      </p:sp>
      <p:sp>
        <p:nvSpPr>
          <p:cNvPr id="200" name="Slide Number Placeholder 199">
            <a:extLst>
              <a:ext uri="{FF2B5EF4-FFF2-40B4-BE49-F238E27FC236}">
                <a16:creationId xmlns:a16="http://schemas.microsoft.com/office/drawing/2014/main" id="{BCA9DF01-14EC-3F59-469D-A66DC0D16F38}"/>
              </a:ext>
            </a:extLst>
          </p:cNvPr>
          <p:cNvSpPr>
            <a:spLocks noGrp="1"/>
          </p:cNvSpPr>
          <p:nvPr>
            <p:ph type="sldNum" sz="quarter" idx="12"/>
          </p:nvPr>
        </p:nvSpPr>
        <p:spPr>
          <a:xfrm>
            <a:off x="8779324" y="6241850"/>
            <a:ext cx="2574476" cy="479626"/>
          </a:xfrm>
        </p:spPr>
        <p:txBody>
          <a:bodyPr/>
          <a:lstStyle/>
          <a:p>
            <a:fld id="{F8B2AEEB-57C9-4BA6-8192-32186CDF2FF3}" type="slidenum">
              <a:rPr lang="en-US" sz="1600" smtClean="0">
                <a:latin typeface="Arial" panose="020B0604020202020204" pitchFamily="34" charset="0"/>
                <a:cs typeface="Arial" panose="020B0604020202020204" pitchFamily="34" charset="0"/>
              </a:rPr>
              <a:t>12</a:t>
            </a:fld>
            <a:endParaRPr lang="en-US" sz="16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94EF252-F164-5DA5-A542-86921294B3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6523" y="859821"/>
            <a:ext cx="4296156" cy="2856487"/>
          </a:xfrm>
          <a:prstGeom prst="rect">
            <a:avLst/>
          </a:prstGeom>
        </p:spPr>
      </p:pic>
      <p:grpSp>
        <p:nvGrpSpPr>
          <p:cNvPr id="6" name="Group 5">
            <a:extLst>
              <a:ext uri="{FF2B5EF4-FFF2-40B4-BE49-F238E27FC236}">
                <a16:creationId xmlns:a16="http://schemas.microsoft.com/office/drawing/2014/main" id="{BD4B5954-FEDD-CC90-B490-C86119DD8EDD}"/>
              </a:ext>
            </a:extLst>
          </p:cNvPr>
          <p:cNvGrpSpPr/>
          <p:nvPr/>
        </p:nvGrpSpPr>
        <p:grpSpPr>
          <a:xfrm>
            <a:off x="2573867" y="4114800"/>
            <a:ext cx="1556838" cy="2102574"/>
            <a:chOff x="8891113" y="535981"/>
            <a:chExt cx="2690520" cy="2074835"/>
          </a:xfrm>
        </p:grpSpPr>
        <p:sp>
          <p:nvSpPr>
            <p:cNvPr id="7" name="Shape 24">
              <a:extLst>
                <a:ext uri="{FF2B5EF4-FFF2-40B4-BE49-F238E27FC236}">
                  <a16:creationId xmlns:a16="http://schemas.microsoft.com/office/drawing/2014/main" id="{E9658D34-314D-0BD5-8AC9-EDAF0043ED43}"/>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9" name="Text 25">
              <a:extLst>
                <a:ext uri="{FF2B5EF4-FFF2-40B4-BE49-F238E27FC236}">
                  <a16:creationId xmlns:a16="http://schemas.microsoft.com/office/drawing/2014/main" id="{08B03C8A-A546-EBF0-FB10-D321A21C461E}"/>
                </a:ext>
              </a:extLst>
            </p:cNvPr>
            <p:cNvSpPr/>
            <p:nvPr/>
          </p:nvSpPr>
          <p:spPr>
            <a:xfrm>
              <a:off x="8929873" y="1309736"/>
              <a:ext cx="2651760" cy="502920"/>
            </a:xfrm>
            <a:prstGeom prst="rect">
              <a:avLst/>
            </a:prstGeom>
            <a:noFill/>
            <a:ln/>
          </p:spPr>
          <p:txBody>
            <a:bodyPr wrap="square" lIns="0" tIns="0" rIns="0" bIns="0" rtlCol="0" anchor="ctr"/>
            <a:lstStyle/>
            <a:p>
              <a:pPr marL="0" indent="0" algn="ctr">
                <a:buNone/>
              </a:pPr>
              <a:r>
                <a:rPr lang="en-US" sz="3200" b="1">
                  <a:solidFill>
                    <a:srgbClr val="C00000"/>
                  </a:solidFill>
                  <a:latin typeface="Arial" panose="020B0604020202020204" pitchFamily="34" charset="0"/>
                  <a:ea typeface="Cambria" pitchFamily="34" charset="-122"/>
                  <a:cs typeface="Arial" panose="020B0604020202020204" pitchFamily="34" charset="0"/>
                </a:rPr>
                <a:t>42%</a:t>
              </a:r>
            </a:p>
            <a:p>
              <a:pPr marL="0" indent="0" algn="ctr">
                <a:buNone/>
              </a:pPr>
              <a:endParaRPr lang="en-US"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Devices running</a:t>
              </a:r>
            </a:p>
            <a:p>
              <a:pPr algn="ctr"/>
              <a:r>
                <a:rPr lang="en-US" sz="1600" b="1">
                  <a:latin typeface="Arial" panose="020B0604020202020204" pitchFamily="34" charset="0"/>
                  <a:ea typeface="Aptos" pitchFamily="34" charset="-122"/>
                  <a:cs typeface="Arial" panose="020B0604020202020204" pitchFamily="34" charset="0"/>
                </a:rPr>
                <a:t> 1.0  firmware </a:t>
              </a:r>
            </a:p>
            <a:p>
              <a:pPr algn="ctr" rtl="0"/>
              <a:r>
                <a:rPr lang="en-US" sz="1600" b="1">
                  <a:latin typeface="Arial" panose="020B0604020202020204" pitchFamily="34" charset="0"/>
                  <a:ea typeface="Aptos" pitchFamily="34" charset="-122"/>
                  <a:cs typeface="Arial" panose="020B0604020202020204" pitchFamily="34" charset="0"/>
                </a:rPr>
                <a:t>(</a:t>
              </a:r>
              <a:r>
                <a:rPr lang="en-US" sz="1600">
                  <a:solidFill>
                    <a:srgbClr val="1A1A2A"/>
                  </a:solidFill>
                  <a:latin typeface="Arial" panose="020B0604020202020204" pitchFamily="34" charset="0"/>
                  <a:ea typeface="Aptos" pitchFamily="34" charset="-122"/>
                  <a:cs typeface="Arial" panose="020B0604020202020204" pitchFamily="34" charset="0"/>
                </a:rPr>
                <a:t>Sep 22</a:t>
              </a:r>
              <a:r>
                <a:rPr lang="en-US" sz="1600" b="1">
                  <a:latin typeface="Arial" panose="020B0604020202020204" pitchFamily="34" charset="0"/>
                  <a:ea typeface="Aptos" pitchFamily="34" charset="-122"/>
                  <a:cs typeface="Arial" panose="020B0604020202020204" pitchFamily="34" charset="0"/>
                </a:rPr>
                <a:t>)</a:t>
              </a:r>
            </a:p>
          </p:txBody>
        </p:sp>
        <p:sp>
          <p:nvSpPr>
            <p:cNvPr id="11" name="Text 26">
              <a:extLst>
                <a:ext uri="{FF2B5EF4-FFF2-40B4-BE49-F238E27FC236}">
                  <a16:creationId xmlns:a16="http://schemas.microsoft.com/office/drawing/2014/main" id="{5C7A5BD9-946F-7718-1D52-94005C0DD727}"/>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sp>
        <p:nvSpPr>
          <p:cNvPr id="12" name="Text 26">
            <a:extLst>
              <a:ext uri="{FF2B5EF4-FFF2-40B4-BE49-F238E27FC236}">
                <a16:creationId xmlns:a16="http://schemas.microsoft.com/office/drawing/2014/main" id="{DF883D42-AA5E-63BE-64F8-47B23F29834A}"/>
              </a:ext>
            </a:extLst>
          </p:cNvPr>
          <p:cNvSpPr/>
          <p:nvPr/>
        </p:nvSpPr>
        <p:spPr>
          <a:xfrm>
            <a:off x="4663190" y="5311356"/>
            <a:ext cx="1419611" cy="481844"/>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93CC4090-A092-70E5-B691-CBA923691A27}"/>
              </a:ext>
            </a:extLst>
          </p:cNvPr>
          <p:cNvGrpSpPr/>
          <p:nvPr/>
        </p:nvGrpSpPr>
        <p:grpSpPr>
          <a:xfrm>
            <a:off x="6495901" y="4151636"/>
            <a:ext cx="1524768" cy="2065738"/>
            <a:chOff x="8891113" y="596592"/>
            <a:chExt cx="2651760" cy="2038485"/>
          </a:xfrm>
        </p:grpSpPr>
        <p:sp>
          <p:nvSpPr>
            <p:cNvPr id="18" name="Shape 24">
              <a:extLst>
                <a:ext uri="{FF2B5EF4-FFF2-40B4-BE49-F238E27FC236}">
                  <a16:creationId xmlns:a16="http://schemas.microsoft.com/office/drawing/2014/main" id="{A94C7FAB-F622-77CC-DACA-20DE6E7C7B39}"/>
                </a:ext>
              </a:extLst>
            </p:cNvPr>
            <p:cNvSpPr/>
            <p:nvPr/>
          </p:nvSpPr>
          <p:spPr>
            <a:xfrm>
              <a:off x="8891113" y="596592"/>
              <a:ext cx="2651760" cy="203848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19" name="Text 25">
              <a:extLst>
                <a:ext uri="{FF2B5EF4-FFF2-40B4-BE49-F238E27FC236}">
                  <a16:creationId xmlns:a16="http://schemas.microsoft.com/office/drawing/2014/main" id="{4F8894AE-DDF9-7C5A-CB7B-2EFE3684B35A}"/>
                </a:ext>
              </a:extLst>
            </p:cNvPr>
            <p:cNvSpPr/>
            <p:nvPr/>
          </p:nvSpPr>
          <p:spPr>
            <a:xfrm>
              <a:off x="8891113" y="1347714"/>
              <a:ext cx="2651760" cy="475489"/>
            </a:xfrm>
            <a:prstGeom prst="rect">
              <a:avLst/>
            </a:prstGeom>
            <a:noFill/>
            <a:ln/>
          </p:spPr>
          <p:txBody>
            <a:bodyPr wrap="square" lIns="0" tIns="0" rIns="0" bIns="0" rtlCol="0" anchor="ctr"/>
            <a:lstStyle/>
            <a:p>
              <a:pPr marL="0" indent="0" algn="ctr">
                <a:buNone/>
              </a:pPr>
              <a:r>
                <a:rPr lang="en-US" sz="3200" b="1">
                  <a:solidFill>
                    <a:srgbClr val="00B050"/>
                  </a:solidFill>
                  <a:latin typeface="Arial" panose="020B0604020202020204" pitchFamily="34" charset="0"/>
                  <a:ea typeface="Cambria" pitchFamily="34" charset="-122"/>
                  <a:cs typeface="Arial" panose="020B0604020202020204" pitchFamily="34" charset="0"/>
                </a:rPr>
                <a:t>16%</a:t>
              </a:r>
            </a:p>
            <a:p>
              <a:pPr marL="0" indent="0" algn="ctr">
                <a:buNone/>
              </a:pPr>
              <a:endParaRPr lang="en-US"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Devices Upgraded since launch</a:t>
              </a:r>
            </a:p>
            <a:p>
              <a:pPr marL="0" indent="0" algn="ctr">
                <a:buNone/>
              </a:pPr>
              <a:endParaRPr lang="en-US" sz="1600">
                <a:latin typeface="Arial" panose="020B0604020202020204" pitchFamily="34" charset="0"/>
                <a:cs typeface="Arial" panose="020B0604020202020204" pitchFamily="34" charset="0"/>
              </a:endParaRPr>
            </a:p>
          </p:txBody>
        </p:sp>
        <p:sp>
          <p:nvSpPr>
            <p:cNvPr id="20" name="Text 26">
              <a:extLst>
                <a:ext uri="{FF2B5EF4-FFF2-40B4-BE49-F238E27FC236}">
                  <a16:creationId xmlns:a16="http://schemas.microsoft.com/office/drawing/2014/main" id="{1F6E4A69-A9D6-C4EF-B15E-85237DBEC047}"/>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359B1027-310F-7A99-B881-9FFE1540193B}"/>
              </a:ext>
            </a:extLst>
          </p:cNvPr>
          <p:cNvGrpSpPr/>
          <p:nvPr/>
        </p:nvGrpSpPr>
        <p:grpSpPr>
          <a:xfrm>
            <a:off x="4474307" y="4142842"/>
            <a:ext cx="1560698" cy="2102574"/>
            <a:chOff x="8891113" y="535981"/>
            <a:chExt cx="2697192" cy="2074835"/>
          </a:xfrm>
        </p:grpSpPr>
        <p:sp>
          <p:nvSpPr>
            <p:cNvPr id="26" name="Shape 24">
              <a:extLst>
                <a:ext uri="{FF2B5EF4-FFF2-40B4-BE49-F238E27FC236}">
                  <a16:creationId xmlns:a16="http://schemas.microsoft.com/office/drawing/2014/main" id="{A5E107D9-1779-B623-3893-8F49E67BB8A3}"/>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27" name="Text 25">
              <a:extLst>
                <a:ext uri="{FF2B5EF4-FFF2-40B4-BE49-F238E27FC236}">
                  <a16:creationId xmlns:a16="http://schemas.microsoft.com/office/drawing/2014/main" id="{9F32E4AB-8482-7806-D2F3-161B2335DA4E}"/>
                </a:ext>
              </a:extLst>
            </p:cNvPr>
            <p:cNvSpPr/>
            <p:nvPr/>
          </p:nvSpPr>
          <p:spPr>
            <a:xfrm>
              <a:off x="8936545" y="1408003"/>
              <a:ext cx="2651760" cy="475487"/>
            </a:xfrm>
            <a:prstGeom prst="rect">
              <a:avLst/>
            </a:prstGeom>
            <a:noFill/>
            <a:ln/>
          </p:spPr>
          <p:txBody>
            <a:bodyPr wrap="square" lIns="0" tIns="0" rIns="0" bIns="0" rtlCol="0" anchor="ctr"/>
            <a:lstStyle/>
            <a:p>
              <a:pPr algn="ctr"/>
              <a:r>
                <a:rPr lang="en-US" sz="3200" b="1">
                  <a:solidFill>
                    <a:schemeClr val="bg1">
                      <a:lumMod val="50000"/>
                    </a:schemeClr>
                  </a:solidFill>
                  <a:latin typeface="Arial" panose="020B0604020202020204" pitchFamily="34" charset="0"/>
                  <a:ea typeface="Cambria" pitchFamily="34" charset="-122"/>
                  <a:cs typeface="Arial" panose="020B0604020202020204" pitchFamily="34" charset="0"/>
                </a:rPr>
                <a:t>11%</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Devices running</a:t>
              </a:r>
            </a:p>
            <a:p>
              <a:pPr algn="ctr"/>
              <a:r>
                <a:rPr lang="en-US" sz="1600" b="1">
                  <a:latin typeface="Arial" panose="020B0604020202020204" pitchFamily="34" charset="0"/>
                  <a:ea typeface="Aptos" pitchFamily="34" charset="-122"/>
                  <a:cs typeface="Arial" panose="020B0604020202020204" pitchFamily="34" charset="0"/>
                </a:rPr>
                <a:t> 1.4  firmware </a:t>
              </a:r>
            </a:p>
            <a:p>
              <a:pPr algn="ctr" rtl="0"/>
              <a:r>
                <a:rPr lang="en-US" sz="1600" b="1">
                  <a:latin typeface="Arial" panose="020B0604020202020204" pitchFamily="34" charset="0"/>
                  <a:ea typeface="Aptos" pitchFamily="34" charset="-122"/>
                  <a:cs typeface="Arial" panose="020B0604020202020204" pitchFamily="34" charset="0"/>
                </a:rPr>
                <a:t>(</a:t>
              </a:r>
              <a:r>
                <a:rPr lang="en-US" sz="1600">
                  <a:solidFill>
                    <a:srgbClr val="1A1A2A"/>
                  </a:solidFill>
                  <a:latin typeface="Arial" panose="020B0604020202020204" pitchFamily="34" charset="0"/>
                  <a:ea typeface="Aptos" pitchFamily="34" charset="-122"/>
                  <a:cs typeface="Arial" panose="020B0604020202020204" pitchFamily="34" charset="0"/>
                </a:rPr>
                <a:t>Nov 24</a:t>
              </a:r>
              <a:r>
                <a:rPr lang="en-US" sz="1600" b="1">
                  <a:latin typeface="Arial" panose="020B0604020202020204" pitchFamily="34" charset="0"/>
                  <a:ea typeface="Aptos" pitchFamily="34" charset="-122"/>
                  <a:cs typeface="Arial" panose="020B0604020202020204" pitchFamily="34" charset="0"/>
                </a:rPr>
                <a:t>)</a:t>
              </a:r>
            </a:p>
            <a:p>
              <a:pPr algn="ctr"/>
              <a:endParaRPr lang="en-US" sz="1600" b="1">
                <a:latin typeface="Arial" panose="020B0604020202020204" pitchFamily="34" charset="0"/>
                <a:ea typeface="Aptos" pitchFamily="34" charset="-122"/>
                <a:cs typeface="Arial" panose="020B0604020202020204" pitchFamily="34" charset="0"/>
              </a:endParaRPr>
            </a:p>
          </p:txBody>
        </p:sp>
        <p:sp>
          <p:nvSpPr>
            <p:cNvPr id="28" name="Text 26">
              <a:extLst>
                <a:ext uri="{FF2B5EF4-FFF2-40B4-BE49-F238E27FC236}">
                  <a16:creationId xmlns:a16="http://schemas.microsoft.com/office/drawing/2014/main" id="{30589A5C-F4FB-6565-012A-66BFEB292F21}"/>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grpSp>
        <p:nvGrpSpPr>
          <p:cNvPr id="29" name="Group 28">
            <a:extLst>
              <a:ext uri="{FF2B5EF4-FFF2-40B4-BE49-F238E27FC236}">
                <a16:creationId xmlns:a16="http://schemas.microsoft.com/office/drawing/2014/main" id="{E75156A8-D846-A957-30DA-46D6295695E9}"/>
              </a:ext>
            </a:extLst>
          </p:cNvPr>
          <p:cNvGrpSpPr/>
          <p:nvPr/>
        </p:nvGrpSpPr>
        <p:grpSpPr>
          <a:xfrm>
            <a:off x="8457432" y="4082970"/>
            <a:ext cx="1524768" cy="2065738"/>
            <a:chOff x="8891113" y="596592"/>
            <a:chExt cx="2651760" cy="2038485"/>
          </a:xfrm>
        </p:grpSpPr>
        <p:sp>
          <p:nvSpPr>
            <p:cNvPr id="30" name="Shape 24">
              <a:extLst>
                <a:ext uri="{FF2B5EF4-FFF2-40B4-BE49-F238E27FC236}">
                  <a16:creationId xmlns:a16="http://schemas.microsoft.com/office/drawing/2014/main" id="{8C926D6A-68A8-DE2D-D976-D5C669FFD949}"/>
                </a:ext>
              </a:extLst>
            </p:cNvPr>
            <p:cNvSpPr/>
            <p:nvPr/>
          </p:nvSpPr>
          <p:spPr>
            <a:xfrm>
              <a:off x="8891113" y="596592"/>
              <a:ext cx="2651760" cy="203848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31" name="Text 25">
              <a:extLst>
                <a:ext uri="{FF2B5EF4-FFF2-40B4-BE49-F238E27FC236}">
                  <a16:creationId xmlns:a16="http://schemas.microsoft.com/office/drawing/2014/main" id="{887260AD-A09F-0F97-0E89-7619C5E8E2F3}"/>
                </a:ext>
              </a:extLst>
            </p:cNvPr>
            <p:cNvSpPr/>
            <p:nvPr/>
          </p:nvSpPr>
          <p:spPr>
            <a:xfrm>
              <a:off x="8891113" y="1441854"/>
              <a:ext cx="2651760" cy="475489"/>
            </a:xfrm>
            <a:prstGeom prst="rect">
              <a:avLst/>
            </a:prstGeom>
            <a:noFill/>
            <a:ln/>
          </p:spPr>
          <p:txBody>
            <a:bodyPr wrap="square" lIns="0" tIns="0" rIns="0" bIns="0" rtlCol="0" anchor="ctr"/>
            <a:lstStyle/>
            <a:p>
              <a:pPr marL="0" indent="0" algn="ctr">
                <a:buNone/>
              </a:pPr>
              <a:r>
                <a:rPr lang="en-US" sz="3200" b="1">
                  <a:solidFill>
                    <a:srgbClr val="3C9FC2"/>
                  </a:solidFill>
                  <a:latin typeface="Arial" panose="020B0604020202020204" pitchFamily="34" charset="0"/>
                  <a:ea typeface="Cambria" pitchFamily="34" charset="-122"/>
                  <a:cs typeface="Arial" panose="020B0604020202020204" pitchFamily="34" charset="0"/>
                </a:rPr>
                <a:t>50%</a:t>
              </a:r>
            </a:p>
            <a:p>
              <a:pPr marL="0" indent="0" algn="ctr">
                <a:buNone/>
              </a:pPr>
              <a:endParaRPr lang="en-US"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Bridges Upgraded since launch</a:t>
              </a:r>
            </a:p>
            <a:p>
              <a:pPr marL="0" indent="0" algn="ctr">
                <a:buNone/>
              </a:pPr>
              <a:endParaRPr lang="en-US" sz="1600">
                <a:latin typeface="Arial" panose="020B0604020202020204" pitchFamily="34" charset="0"/>
                <a:cs typeface="Arial" panose="020B0604020202020204" pitchFamily="34" charset="0"/>
              </a:endParaRPr>
            </a:p>
          </p:txBody>
        </p:sp>
        <p:sp>
          <p:nvSpPr>
            <p:cNvPr id="32" name="Text 26">
              <a:extLst>
                <a:ext uri="{FF2B5EF4-FFF2-40B4-BE49-F238E27FC236}">
                  <a16:creationId xmlns:a16="http://schemas.microsoft.com/office/drawing/2014/main" id="{F52579A7-2184-8C71-A063-392F5255D2C5}"/>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sp>
        <p:nvSpPr>
          <p:cNvPr id="34" name="TextBox 33">
            <a:extLst>
              <a:ext uri="{FF2B5EF4-FFF2-40B4-BE49-F238E27FC236}">
                <a16:creationId xmlns:a16="http://schemas.microsoft.com/office/drawing/2014/main" id="{F04797AD-7C8C-8F5E-B3ED-1F96B0776D42}"/>
              </a:ext>
            </a:extLst>
          </p:cNvPr>
          <p:cNvSpPr txBox="1"/>
          <p:nvPr/>
        </p:nvSpPr>
        <p:spPr>
          <a:xfrm>
            <a:off x="6095999" y="1681166"/>
            <a:ext cx="5657247" cy="830997"/>
          </a:xfrm>
          <a:prstGeom prst="rect">
            <a:avLst/>
          </a:prstGeom>
          <a:noFill/>
        </p:spPr>
        <p:txBody>
          <a:bodyPr wrap="square">
            <a:spAutoFit/>
          </a:bodyPr>
          <a:lstStyle/>
          <a:p>
            <a:r>
              <a:rPr lang="en-US" sz="2400">
                <a:latin typeface="Arial" panose="020B0604020202020204" pitchFamily="34" charset="0"/>
                <a:cs typeface="Arial" panose="020B0604020202020204" pitchFamily="34" charset="0"/>
              </a:rPr>
              <a:t>18 Matter devices only 3 updated. (Consciot, Orein, Tapo)</a:t>
            </a:r>
          </a:p>
        </p:txBody>
      </p:sp>
      <p:sp>
        <p:nvSpPr>
          <p:cNvPr id="36" name="TextBox 35">
            <a:extLst>
              <a:ext uri="{FF2B5EF4-FFF2-40B4-BE49-F238E27FC236}">
                <a16:creationId xmlns:a16="http://schemas.microsoft.com/office/drawing/2014/main" id="{13D9B82C-36CD-32BA-990F-25F3B54AC044}"/>
              </a:ext>
            </a:extLst>
          </p:cNvPr>
          <p:cNvSpPr txBox="1"/>
          <p:nvPr/>
        </p:nvSpPr>
        <p:spPr>
          <a:xfrm>
            <a:off x="6176522" y="2514060"/>
            <a:ext cx="5821932" cy="1200329"/>
          </a:xfrm>
          <a:prstGeom prst="rect">
            <a:avLst/>
          </a:prstGeom>
          <a:noFill/>
        </p:spPr>
        <p:txBody>
          <a:bodyPr wrap="square">
            <a:spAutoFit/>
          </a:bodyPr>
          <a:lstStyle/>
          <a:p>
            <a:r>
              <a:rPr lang="en-US" sz="2400">
                <a:latin typeface="Arial" panose="020B0604020202020204" pitchFamily="34" charset="0"/>
                <a:cs typeface="Arial" panose="020B0604020202020204" pitchFamily="34" charset="0"/>
              </a:rPr>
              <a:t>6 Matter bridges only 3 updated </a:t>
            </a:r>
          </a:p>
          <a:p>
            <a:r>
              <a:rPr lang="en-US" sz="2400">
                <a:latin typeface="Arial" panose="020B0604020202020204" pitchFamily="34" charset="0"/>
                <a:cs typeface="Arial" panose="020B0604020202020204" pitchFamily="34" charset="0"/>
              </a:rPr>
              <a:t>(device complexity, dual-protocol support, need for security patches,</a:t>
            </a:r>
          </a:p>
        </p:txBody>
      </p:sp>
    </p:spTree>
    <p:extLst>
      <p:ext uri="{BB962C8B-B14F-4D97-AF65-F5344CB8AC3E}">
        <p14:creationId xmlns:p14="http://schemas.microsoft.com/office/powerpoint/2010/main" val="2017406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84924-FD4B-AA6B-4FD6-3E22F76A1F55}"/>
            </a:ext>
          </a:extLst>
        </p:cNvPr>
        <p:cNvGrpSpPr/>
        <p:nvPr/>
      </p:nvGrpSpPr>
      <p:grpSpPr>
        <a:xfrm>
          <a:off x="0" y="0"/>
          <a:ext cx="0" cy="0"/>
          <a:chOff x="0" y="0"/>
          <a:chExt cx="0" cy="0"/>
        </a:xfrm>
      </p:grpSpPr>
      <p:sp>
        <p:nvSpPr>
          <p:cNvPr id="323" name="Shape 83">
            <a:extLst>
              <a:ext uri="{FF2B5EF4-FFF2-40B4-BE49-F238E27FC236}">
                <a16:creationId xmlns:a16="http://schemas.microsoft.com/office/drawing/2014/main" id="{DA41AA4D-F5B8-FA61-9D03-1F5C01FD02F7}"/>
              </a:ext>
            </a:extLst>
          </p:cNvPr>
          <p:cNvSpPr/>
          <p:nvPr/>
        </p:nvSpPr>
        <p:spPr>
          <a:xfrm>
            <a:off x="6568513" y="784374"/>
            <a:ext cx="5438628" cy="1827997"/>
          </a:xfrm>
          <a:prstGeom prst="roundRect">
            <a:avLst>
              <a:gd name="adj" fmla="val 6667"/>
            </a:avLst>
          </a:prstGeom>
          <a:solidFill>
            <a:srgbClr val="F0FA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321" name="Shape 83">
            <a:extLst>
              <a:ext uri="{FF2B5EF4-FFF2-40B4-BE49-F238E27FC236}">
                <a16:creationId xmlns:a16="http://schemas.microsoft.com/office/drawing/2014/main" id="{E7BD89F8-8237-2B78-05A7-60B3E356C2ED}"/>
              </a:ext>
            </a:extLst>
          </p:cNvPr>
          <p:cNvSpPr/>
          <p:nvPr/>
        </p:nvSpPr>
        <p:spPr>
          <a:xfrm>
            <a:off x="6559827" y="2816362"/>
            <a:ext cx="5438628" cy="3035798"/>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D554F036-DB01-9AF6-C26B-8EF420B76324}"/>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rPr>
              <a:t>  </a:t>
            </a:r>
            <a:r>
              <a:rPr lang="en-GB" sz="2000" b="1">
                <a:solidFill>
                  <a:schemeClr val="bg1"/>
                </a:solidFill>
                <a:latin typeface="Arial" panose="020B0604020202020204" pitchFamily="34" charset="0"/>
                <a:cs typeface="Arial" panose="020B0604020202020204" pitchFamily="34" charset="0"/>
              </a:rPr>
              <a:t>RQ2   </a:t>
            </a:r>
            <a:r>
              <a:rPr lang="en-US" sz="2000" b="1">
                <a:solidFill>
                  <a:srgbClr val="FFFFFF"/>
                </a:solidFill>
                <a:latin typeface="Arial" panose="020B0604020202020204" pitchFamily="34" charset="0"/>
                <a:ea typeface="Aptos" pitchFamily="34" charset="-122"/>
                <a:cs typeface="Arial" panose="020B0604020202020204" pitchFamily="34" charset="0"/>
              </a:rPr>
              <a:t>Local-First Communications in practice</a:t>
            </a:r>
            <a:endParaRPr lang="en-GB" sz="2000" b="1">
              <a:solidFill>
                <a:schemeClr val="bg1"/>
              </a:solidFill>
              <a:latin typeface="Arial" panose="020B0604020202020204" pitchFamily="34" charset="0"/>
              <a:ea typeface="Calibri"/>
              <a:cs typeface="Arial" panose="020B0604020202020204" pitchFamily="34" charset="0"/>
            </a:endParaRPr>
          </a:p>
          <a:p>
            <a:endParaRPr lang="en-US" sz="2000" b="1">
              <a:solidFill>
                <a:srgbClr val="FFFFFF"/>
              </a:solidFill>
              <a:latin typeface="Arial" panose="020B0604020202020204" pitchFamily="34" charset="0"/>
              <a:ea typeface="Aptos" pitchFamily="34" charset="-122"/>
              <a:cs typeface="Arial" panose="020B0604020202020204" pitchFamily="34" charset="0"/>
            </a:endParaRPr>
          </a:p>
          <a:p>
            <a:endParaRPr lang="en-US" sz="2000">
              <a:latin typeface="Arial" panose="020B0604020202020204" pitchFamily="34" charset="0"/>
              <a:cs typeface="Arial" panose="020B0604020202020204" pitchFamily="34" charset="0"/>
            </a:endParaRPr>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6EAF3662-8359-3CB4-05AF-F314E69A4987}"/>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6990D79F-C671-50E9-987E-319A57E2DF77}"/>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8678D4AF-B87A-EC77-9DB6-815231ACB3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4A079D08-5AC1-7688-C8A7-CD40BC0F19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8" name="Text 66">
            <a:extLst>
              <a:ext uri="{FF2B5EF4-FFF2-40B4-BE49-F238E27FC236}">
                <a16:creationId xmlns:a16="http://schemas.microsoft.com/office/drawing/2014/main" id="{45E2F7CA-BB69-F402-2D31-7C8801550E58}"/>
              </a:ext>
            </a:extLst>
          </p:cNvPr>
          <p:cNvSpPr txBox="1"/>
          <p:nvPr/>
        </p:nvSpPr>
        <p:spPr>
          <a:xfrm>
            <a:off x="172817" y="6246622"/>
            <a:ext cx="4739994" cy="219456"/>
          </a:xfrm>
          <a:prstGeom prst="rect">
            <a:avLst/>
          </a:prstGeom>
          <a:noFill/>
          <a:ln/>
        </p:spPr>
        <p:txBody>
          <a:bodyPr wrap="square" lIns="0" tIns="0" rIns="0" bIns="0" rtlCol="0" anchor="ctr"/>
          <a:lstStyle/>
          <a:p>
            <a:pPr rtl="0"/>
            <a:r>
              <a:rPr lang="en-US" sz="1200" i="1">
                <a:latin typeface="Arial" panose="020B0604020202020204" pitchFamily="34" charset="0"/>
                <a:ea typeface="Aptos" pitchFamily="34" charset="-122"/>
                <a:cs typeface="Arial" panose="020B0604020202020204" pitchFamily="34" charset="0"/>
              </a:rPr>
              <a:t>Yes(1/2) = control succeeded in 1 of 2 post-reboot / timeout conditions</a:t>
            </a:r>
            <a:endParaRPr lang="en-US" sz="1200">
              <a:latin typeface="Arial" panose="020B0604020202020204" pitchFamily="34" charset="0"/>
              <a:cs typeface="Arial" panose="020B0604020202020204" pitchFamily="34" charset="0"/>
            </a:endParaRPr>
          </a:p>
        </p:txBody>
      </p:sp>
      <p:sp>
        <p:nvSpPr>
          <p:cNvPr id="140" name="Text 68">
            <a:extLst>
              <a:ext uri="{FF2B5EF4-FFF2-40B4-BE49-F238E27FC236}">
                <a16:creationId xmlns:a16="http://schemas.microsoft.com/office/drawing/2014/main" id="{CD0FD796-8088-9D12-145F-8BC9B030AAF5}"/>
              </a:ext>
            </a:extLst>
          </p:cNvPr>
          <p:cNvSpPr txBox="1"/>
          <p:nvPr/>
        </p:nvSpPr>
        <p:spPr>
          <a:xfrm>
            <a:off x="6663890" y="784374"/>
            <a:ext cx="5013719" cy="492512"/>
          </a:xfrm>
          <a:prstGeom prst="rect">
            <a:avLst/>
          </a:prstGeom>
          <a:noFill/>
          <a:ln/>
        </p:spPr>
        <p:txBody>
          <a:bodyPr wrap="square" lIns="0" tIns="0" rIns="0" bIns="0" rtlCol="0" anchor="ctr"/>
          <a:lstStyle/>
          <a:p>
            <a:pPr rtl="0"/>
            <a:r>
              <a:rPr lang="en-US" sz="2400" b="1">
                <a:solidFill>
                  <a:srgbClr val="1F6B37"/>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Validation of Local-First Design</a:t>
            </a:r>
            <a:endParaRPr lang="en-US" sz="2400">
              <a:latin typeface="Arial" panose="020B0604020202020204" pitchFamily="34" charset="0"/>
              <a:cs typeface="Arial" panose="020B0604020202020204" pitchFamily="34" charset="0"/>
            </a:endParaRPr>
          </a:p>
        </p:txBody>
      </p:sp>
      <p:sp>
        <p:nvSpPr>
          <p:cNvPr id="142" name="Text 70">
            <a:extLst>
              <a:ext uri="{FF2B5EF4-FFF2-40B4-BE49-F238E27FC236}">
                <a16:creationId xmlns:a16="http://schemas.microsoft.com/office/drawing/2014/main" id="{C2E90D18-4969-F666-F3DE-5AE422111B4D}"/>
              </a:ext>
            </a:extLst>
          </p:cNvPr>
          <p:cNvSpPr txBox="1"/>
          <p:nvPr/>
        </p:nvSpPr>
        <p:spPr>
          <a:xfrm>
            <a:off x="6663890" y="1355949"/>
            <a:ext cx="5468860" cy="912801"/>
          </a:xfrm>
          <a:prstGeom prst="rect">
            <a:avLst/>
          </a:prstGeom>
          <a:noFill/>
          <a:ln/>
        </p:spPr>
        <p:txBody>
          <a:bodyPr wrap="square" lIns="0" tIns="0" rIns="0" bIns="0" rtlCol="0" anchor="ctr"/>
          <a:lstStyle/>
          <a:p>
            <a:pPr rtl="0"/>
            <a:r>
              <a:rPr lang="en-US" sz="2400">
                <a:solidFill>
                  <a:srgbClr val="1A1A1A"/>
                </a:solidFill>
                <a:latin typeface="Arial" panose="020B0604020202020204" pitchFamily="34" charset="0"/>
                <a:ea typeface="Aptos" pitchFamily="34" charset="-122"/>
                <a:cs typeface="Arial" panose="020B0604020202020204" pitchFamily="34" charset="0"/>
              </a:rPr>
              <a:t>Most devices remained fully functional during offline operation, with no cloud dependency required for core control.</a:t>
            </a:r>
            <a:endParaRPr lang="en-US" sz="2400">
              <a:solidFill>
                <a:prstClr val="black"/>
              </a:solidFill>
              <a:latin typeface="Arial" panose="020B0604020202020204" pitchFamily="34" charset="0"/>
              <a:cs typeface="Arial" panose="020B0604020202020204" pitchFamily="34" charset="0"/>
            </a:endParaRPr>
          </a:p>
        </p:txBody>
      </p:sp>
      <p:sp>
        <p:nvSpPr>
          <p:cNvPr id="144" name="Text 72">
            <a:extLst>
              <a:ext uri="{FF2B5EF4-FFF2-40B4-BE49-F238E27FC236}">
                <a16:creationId xmlns:a16="http://schemas.microsoft.com/office/drawing/2014/main" id="{BF16D388-2D8E-BCD8-C778-0394D2355517}"/>
              </a:ext>
            </a:extLst>
          </p:cNvPr>
          <p:cNvSpPr txBox="1"/>
          <p:nvPr/>
        </p:nvSpPr>
        <p:spPr>
          <a:xfrm>
            <a:off x="6712714" y="2816362"/>
            <a:ext cx="5285740" cy="492512"/>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Boot delays - cloud-first firmware</a:t>
            </a:r>
            <a:endParaRPr lang="en-US" sz="2400">
              <a:latin typeface="Arial" panose="020B0604020202020204" pitchFamily="34" charset="0"/>
              <a:cs typeface="Arial" panose="020B0604020202020204" pitchFamily="34" charset="0"/>
            </a:endParaRPr>
          </a:p>
        </p:txBody>
      </p:sp>
      <p:sp>
        <p:nvSpPr>
          <p:cNvPr id="146" name="Text 74">
            <a:extLst>
              <a:ext uri="{FF2B5EF4-FFF2-40B4-BE49-F238E27FC236}">
                <a16:creationId xmlns:a16="http://schemas.microsoft.com/office/drawing/2014/main" id="{8CE518CA-49C8-9B3E-C8C2-49DA1F29AE04}"/>
              </a:ext>
            </a:extLst>
          </p:cNvPr>
          <p:cNvSpPr txBox="1"/>
          <p:nvPr/>
        </p:nvSpPr>
        <p:spPr>
          <a:xfrm>
            <a:off x="6712714" y="3512864"/>
            <a:ext cx="5285740" cy="425351"/>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Some vendors treat local operation as fallback, not primary mode</a:t>
            </a:r>
            <a:endParaRPr lang="en-US" sz="2400">
              <a:solidFill>
                <a:prstClr val="black"/>
              </a:solidFill>
              <a:latin typeface="Arial" panose="020B0604020202020204" pitchFamily="34" charset="0"/>
              <a:cs typeface="Arial" panose="020B0604020202020204" pitchFamily="34" charset="0"/>
            </a:endParaRPr>
          </a:p>
        </p:txBody>
      </p:sp>
      <p:sp>
        <p:nvSpPr>
          <p:cNvPr id="147" name="Text 75">
            <a:extLst>
              <a:ext uri="{FF2B5EF4-FFF2-40B4-BE49-F238E27FC236}">
                <a16:creationId xmlns:a16="http://schemas.microsoft.com/office/drawing/2014/main" id="{42E7D852-59A7-9BF4-518E-1E56BC4E2FDE}"/>
              </a:ext>
            </a:extLst>
          </p:cNvPr>
          <p:cNvSpPr txBox="1"/>
          <p:nvPr/>
        </p:nvSpPr>
        <p:spPr>
          <a:xfrm>
            <a:off x="6712714" y="4291007"/>
            <a:ext cx="4993397" cy="425351"/>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Boot delays add latency before local control becomes available</a:t>
            </a:r>
            <a:endParaRPr lang="en-US" sz="2400">
              <a:solidFill>
                <a:prstClr val="black"/>
              </a:solidFill>
              <a:latin typeface="Arial" panose="020B0604020202020204" pitchFamily="34" charset="0"/>
              <a:cs typeface="Arial" panose="020B0604020202020204" pitchFamily="34" charset="0"/>
            </a:endParaRPr>
          </a:p>
        </p:txBody>
      </p:sp>
      <p:sp>
        <p:nvSpPr>
          <p:cNvPr id="152" name="Slide Number Placeholder 151">
            <a:extLst>
              <a:ext uri="{FF2B5EF4-FFF2-40B4-BE49-F238E27FC236}">
                <a16:creationId xmlns:a16="http://schemas.microsoft.com/office/drawing/2014/main" id="{12FAD83C-0051-77EF-D76F-BE1C7CA6A452}"/>
              </a:ext>
            </a:extLst>
          </p:cNvPr>
          <p:cNvSpPr>
            <a:spLocks noGrp="1"/>
          </p:cNvSpPr>
          <p:nvPr>
            <p:ph type="sldNum" sz="quarter" idx="12"/>
          </p:nvPr>
        </p:nvSpPr>
        <p:spPr/>
        <p:txBody>
          <a:bodyPr/>
          <a:lstStyle/>
          <a:p>
            <a:fld id="{F8B2AEEB-57C9-4BA6-8192-32186CDF2FF3}" type="slidenum">
              <a:rPr lang="en-US" smtClean="0"/>
              <a:t>13</a:t>
            </a:fld>
            <a:endParaRPr lang="en-US"/>
          </a:p>
        </p:txBody>
      </p:sp>
      <p:sp>
        <p:nvSpPr>
          <p:cNvPr id="154" name="Text 75">
            <a:extLst>
              <a:ext uri="{FF2B5EF4-FFF2-40B4-BE49-F238E27FC236}">
                <a16:creationId xmlns:a16="http://schemas.microsoft.com/office/drawing/2014/main" id="{EB24C642-8E35-AC16-DE4F-994CA8E3D84D}"/>
              </a:ext>
            </a:extLst>
          </p:cNvPr>
          <p:cNvSpPr txBox="1"/>
          <p:nvPr/>
        </p:nvSpPr>
        <p:spPr>
          <a:xfrm>
            <a:off x="6734951" y="5069150"/>
            <a:ext cx="5153583" cy="425351"/>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solidFill>
                  <a:srgbClr val="1A1A1A"/>
                </a:solidFill>
                <a:latin typeface="Arial" panose="020B0604020202020204" pitchFamily="34" charset="0"/>
                <a:ea typeface="Aptos" pitchFamily="34" charset="-122"/>
                <a:cs typeface="Arial" panose="020B0604020202020204" pitchFamily="34" charset="0"/>
              </a:rPr>
              <a:t>Inconsistent operation suggests some internet dependence</a:t>
            </a:r>
            <a:endParaRPr lang="en-US" sz="2400">
              <a:solidFill>
                <a:prstClr val="black"/>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6D213845-851D-AF3B-BAB1-CB9F56D8F7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817" y="793104"/>
            <a:ext cx="3877219" cy="2180936"/>
          </a:xfrm>
          <a:prstGeom prst="rect">
            <a:avLst/>
          </a:prstGeom>
        </p:spPr>
      </p:pic>
      <p:sp>
        <p:nvSpPr>
          <p:cNvPr id="143" name="Text 88">
            <a:extLst>
              <a:ext uri="{FF2B5EF4-FFF2-40B4-BE49-F238E27FC236}">
                <a16:creationId xmlns:a16="http://schemas.microsoft.com/office/drawing/2014/main" id="{B0A62C24-B5FD-4748-0A1C-43EBC1E2CF19}"/>
              </a:ext>
            </a:extLst>
          </p:cNvPr>
          <p:cNvSpPr txBox="1"/>
          <p:nvPr/>
        </p:nvSpPr>
        <p:spPr>
          <a:xfrm>
            <a:off x="13025172" y="793104"/>
            <a:ext cx="5438628" cy="3035798"/>
          </a:xfrm>
          <a:prstGeom prst="rect">
            <a:avLst/>
          </a:prstGeom>
          <a:noFill/>
          <a:ln/>
        </p:spPr>
        <p:txBody>
          <a:bodyPr wrap="square" lIns="0" tIns="0" rIns="0" bIns="0" rtlCol="0" anchor="ctr"/>
          <a:lstStyle/>
          <a:p>
            <a:pPr rtl="0"/>
            <a:endParaRPr lang="en-US" sz="1200">
              <a:solidFill>
                <a:prstClr val="black"/>
              </a:solidFill>
              <a:latin typeface="Calibri" panose="020F0502020204030204"/>
            </a:endParaRPr>
          </a:p>
        </p:txBody>
      </p:sp>
      <p:sp>
        <p:nvSpPr>
          <p:cNvPr id="153" name="Text 84">
            <a:extLst>
              <a:ext uri="{FF2B5EF4-FFF2-40B4-BE49-F238E27FC236}">
                <a16:creationId xmlns:a16="http://schemas.microsoft.com/office/drawing/2014/main" id="{F7D0A134-0B8E-08A9-3EDF-6B06C635A6C6}"/>
              </a:ext>
            </a:extLst>
          </p:cNvPr>
          <p:cNvSpPr txBox="1"/>
          <p:nvPr/>
        </p:nvSpPr>
        <p:spPr>
          <a:xfrm>
            <a:off x="12797917" y="463156"/>
            <a:ext cx="4389120" cy="1234440"/>
          </a:xfrm>
          <a:prstGeom prst="rect">
            <a:avLst/>
          </a:prstGeom>
          <a:noFill/>
          <a:ln/>
        </p:spPr>
        <p:txBody>
          <a:bodyPr wrap="square" lIns="0" tIns="0" rIns="0" bIns="0" rtlCol="0" anchor="ctr"/>
          <a:lstStyle/>
          <a:p>
            <a:pPr rtl="0"/>
            <a:endParaRPr lang="en-US" sz="1100">
              <a:solidFill>
                <a:prstClr val="black"/>
              </a:solidFill>
              <a:latin typeface="Calibri" panose="020F0502020204030204"/>
            </a:endParaRPr>
          </a:p>
        </p:txBody>
      </p:sp>
      <p:sp>
        <p:nvSpPr>
          <p:cNvPr id="160" name="Shape 6">
            <a:extLst>
              <a:ext uri="{FF2B5EF4-FFF2-40B4-BE49-F238E27FC236}">
                <a16:creationId xmlns:a16="http://schemas.microsoft.com/office/drawing/2014/main" id="{47439203-75A8-6B62-C02C-6A10FFDE19F1}"/>
              </a:ext>
            </a:extLst>
          </p:cNvPr>
          <p:cNvSpPr/>
          <p:nvPr/>
        </p:nvSpPr>
        <p:spPr>
          <a:xfrm>
            <a:off x="241137" y="3211796"/>
            <a:ext cx="1289361" cy="343056"/>
          </a:xfrm>
          <a:prstGeom prst="rect">
            <a:avLst/>
          </a:prstGeom>
          <a:solidFill>
            <a:schemeClr val="tx2">
              <a:lumMod val="75000"/>
              <a:lumOff val="25000"/>
            </a:schemeClr>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62" name="Text 7">
            <a:extLst>
              <a:ext uri="{FF2B5EF4-FFF2-40B4-BE49-F238E27FC236}">
                <a16:creationId xmlns:a16="http://schemas.microsoft.com/office/drawing/2014/main" id="{1B209DA6-DEA7-C4BA-3378-914C4045F2DD}"/>
              </a:ext>
            </a:extLst>
          </p:cNvPr>
          <p:cNvSpPr txBox="1"/>
          <p:nvPr/>
        </p:nvSpPr>
        <p:spPr>
          <a:xfrm>
            <a:off x="300593" y="3242983"/>
            <a:ext cx="869826"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pitchFamily="34" charset="0"/>
                <a:ea typeface="Aptos" pitchFamily="34" charset="-122"/>
                <a:cs typeface="Arial" panose="020B0604020202020204" pitchFamily="34" charset="0"/>
              </a:rPr>
              <a:t>Device</a:t>
            </a: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64" name="Shape 8">
            <a:extLst>
              <a:ext uri="{FF2B5EF4-FFF2-40B4-BE49-F238E27FC236}">
                <a16:creationId xmlns:a16="http://schemas.microsoft.com/office/drawing/2014/main" id="{DAF1C326-423D-6491-F24B-17CEA01AAFF7}"/>
              </a:ext>
            </a:extLst>
          </p:cNvPr>
          <p:cNvSpPr/>
          <p:nvPr/>
        </p:nvSpPr>
        <p:spPr>
          <a:xfrm>
            <a:off x="1480628" y="3212063"/>
            <a:ext cx="1720863" cy="343056"/>
          </a:xfrm>
          <a:prstGeom prst="rect">
            <a:avLst/>
          </a:prstGeom>
          <a:solidFill>
            <a:schemeClr val="tx2">
              <a:lumMod val="75000"/>
              <a:lumOff val="25000"/>
            </a:schemeClr>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66" name="Text 9">
            <a:extLst>
              <a:ext uri="{FF2B5EF4-FFF2-40B4-BE49-F238E27FC236}">
                <a16:creationId xmlns:a16="http://schemas.microsoft.com/office/drawing/2014/main" id="{31AF27BE-D349-3DEF-6917-D7D43225B579}"/>
              </a:ext>
            </a:extLst>
          </p:cNvPr>
          <p:cNvSpPr txBox="1"/>
          <p:nvPr/>
        </p:nvSpPr>
        <p:spPr>
          <a:xfrm>
            <a:off x="1473829" y="3249166"/>
            <a:ext cx="1399251" cy="28068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pitchFamily="34" charset="0"/>
                <a:ea typeface="Aptos" pitchFamily="34" charset="-122"/>
                <a:cs typeface="Arial" panose="020B0604020202020204" pitchFamily="34" charset="0"/>
              </a:rPr>
              <a:t>Controllable offline</a:t>
            </a: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68" name="Shape 10">
            <a:extLst>
              <a:ext uri="{FF2B5EF4-FFF2-40B4-BE49-F238E27FC236}">
                <a16:creationId xmlns:a16="http://schemas.microsoft.com/office/drawing/2014/main" id="{42CD7FC4-7BEF-D5CF-8FE5-CFFF1FBBF3AC}"/>
              </a:ext>
            </a:extLst>
          </p:cNvPr>
          <p:cNvSpPr/>
          <p:nvPr/>
        </p:nvSpPr>
        <p:spPr>
          <a:xfrm>
            <a:off x="2884913" y="3211796"/>
            <a:ext cx="1277530" cy="343056"/>
          </a:xfrm>
          <a:prstGeom prst="rect">
            <a:avLst/>
          </a:prstGeom>
          <a:solidFill>
            <a:schemeClr val="tx2">
              <a:lumMod val="75000"/>
              <a:lumOff val="25000"/>
            </a:schemeClr>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70" name="Text 11">
            <a:extLst>
              <a:ext uri="{FF2B5EF4-FFF2-40B4-BE49-F238E27FC236}">
                <a16:creationId xmlns:a16="http://schemas.microsoft.com/office/drawing/2014/main" id="{19A930C8-AEA2-6F46-BC6D-5201279405F0}"/>
              </a:ext>
            </a:extLst>
          </p:cNvPr>
          <p:cNvSpPr txBox="1"/>
          <p:nvPr/>
        </p:nvSpPr>
        <p:spPr>
          <a:xfrm>
            <a:off x="2955752" y="3242983"/>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pitchFamily="34" charset="0"/>
                <a:ea typeface="Aptos" pitchFamily="34" charset="-122"/>
                <a:cs typeface="Arial" panose="020B0604020202020204" pitchFamily="34" charset="0"/>
              </a:rPr>
              <a:t>Post-reboot</a:t>
            </a: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72" name="Shape 12">
            <a:extLst>
              <a:ext uri="{FF2B5EF4-FFF2-40B4-BE49-F238E27FC236}">
                <a16:creationId xmlns:a16="http://schemas.microsoft.com/office/drawing/2014/main" id="{F3525A16-3940-35C5-E74D-A12E0392C688}"/>
              </a:ext>
            </a:extLst>
          </p:cNvPr>
          <p:cNvSpPr/>
          <p:nvPr/>
        </p:nvSpPr>
        <p:spPr>
          <a:xfrm>
            <a:off x="3914694" y="3211796"/>
            <a:ext cx="1258779" cy="343056"/>
          </a:xfrm>
          <a:prstGeom prst="rect">
            <a:avLst/>
          </a:prstGeom>
          <a:solidFill>
            <a:schemeClr val="tx2">
              <a:lumMod val="75000"/>
              <a:lumOff val="25000"/>
            </a:schemeClr>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74" name="Text 13">
            <a:extLst>
              <a:ext uri="{FF2B5EF4-FFF2-40B4-BE49-F238E27FC236}">
                <a16:creationId xmlns:a16="http://schemas.microsoft.com/office/drawing/2014/main" id="{F1D2A0CB-7553-3D35-7310-AD15D032C310}"/>
              </a:ext>
            </a:extLst>
          </p:cNvPr>
          <p:cNvSpPr txBox="1"/>
          <p:nvPr/>
        </p:nvSpPr>
        <p:spPr>
          <a:xfrm>
            <a:off x="3965568" y="3251886"/>
            <a:ext cx="1112410" cy="280682"/>
          </a:xfrm>
          <a:prstGeom prst="rect">
            <a:avLst/>
          </a:prstGeom>
          <a:solidFill>
            <a:schemeClr val="tx2">
              <a:lumMod val="75000"/>
              <a:lumOff val="2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pitchFamily="34" charset="0"/>
                <a:ea typeface="Aptos" pitchFamily="34" charset="-122"/>
                <a:cs typeface="Arial" panose="020B0604020202020204" pitchFamily="34" charset="0"/>
              </a:rPr>
              <a:t>After 1 </a:t>
            </a:r>
            <a:r>
              <a:rPr kumimoji="0" lang="en-US" sz="1100" i="0" u="none" strike="noStrike" kern="1200" cap="none" spc="0" normalizeH="0" baseline="0" noProof="0" err="1">
                <a:ln>
                  <a:noFill/>
                </a:ln>
                <a:solidFill>
                  <a:schemeClr val="bg1"/>
                </a:solidFill>
                <a:effectLst/>
                <a:uLnTx/>
                <a:uFillTx/>
                <a:latin typeface="Arial" panose="020B0604020202020204" pitchFamily="34" charset="0"/>
                <a:ea typeface="Aptos" pitchFamily="34" charset="-122"/>
                <a:cs typeface="Arial" panose="020B0604020202020204" pitchFamily="34" charset="0"/>
              </a:rPr>
              <a:t>hr</a:t>
            </a: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76" name="Shape 14">
            <a:extLst>
              <a:ext uri="{FF2B5EF4-FFF2-40B4-BE49-F238E27FC236}">
                <a16:creationId xmlns:a16="http://schemas.microsoft.com/office/drawing/2014/main" id="{E299087A-5AF1-B0BC-0307-C510B99978DF}"/>
              </a:ext>
            </a:extLst>
          </p:cNvPr>
          <p:cNvSpPr/>
          <p:nvPr/>
        </p:nvSpPr>
        <p:spPr>
          <a:xfrm>
            <a:off x="5020352" y="3211796"/>
            <a:ext cx="1175760" cy="343056"/>
          </a:xfrm>
          <a:prstGeom prst="rect">
            <a:avLst/>
          </a:prstGeom>
          <a:solidFill>
            <a:schemeClr val="tx2">
              <a:lumMod val="75000"/>
              <a:lumOff val="25000"/>
            </a:schemeClr>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78" name="Text 15">
            <a:extLst>
              <a:ext uri="{FF2B5EF4-FFF2-40B4-BE49-F238E27FC236}">
                <a16:creationId xmlns:a16="http://schemas.microsoft.com/office/drawing/2014/main" id="{DF39277F-3562-B595-D6F2-DEF5E72C4A44}"/>
              </a:ext>
            </a:extLst>
          </p:cNvPr>
          <p:cNvSpPr txBox="1"/>
          <p:nvPr/>
        </p:nvSpPr>
        <p:spPr>
          <a:xfrm>
            <a:off x="5074395" y="3242983"/>
            <a:ext cx="1039045" cy="280682"/>
          </a:xfrm>
          <a:prstGeom prst="rect">
            <a:avLst/>
          </a:prstGeom>
          <a:solidFill>
            <a:schemeClr val="tx2">
              <a:lumMod val="75000"/>
              <a:lumOff val="2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Arial" panose="020B0604020202020204" pitchFamily="34" charset="0"/>
                <a:ea typeface="Aptos" pitchFamily="34" charset="-122"/>
                <a:cs typeface="Arial" panose="020B0604020202020204" pitchFamily="34" charset="0"/>
              </a:rPr>
              <a:t>After 18 hrs</a:t>
            </a:r>
            <a:endParaRPr kumimoji="0" lang="en-US" sz="11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180" name="Shape 300">
            <a:extLst>
              <a:ext uri="{FF2B5EF4-FFF2-40B4-BE49-F238E27FC236}">
                <a16:creationId xmlns:a16="http://schemas.microsoft.com/office/drawing/2014/main" id="{29268681-7CD9-6FFE-EFFA-97E9AFC62EA1}"/>
              </a:ext>
            </a:extLst>
          </p:cNvPr>
          <p:cNvSpPr/>
          <p:nvPr/>
        </p:nvSpPr>
        <p:spPr>
          <a:xfrm>
            <a:off x="234573" y="3555187"/>
            <a:ext cx="1295927"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2" name="Text 301">
            <a:extLst>
              <a:ext uri="{FF2B5EF4-FFF2-40B4-BE49-F238E27FC236}">
                <a16:creationId xmlns:a16="http://schemas.microsoft.com/office/drawing/2014/main" id="{E50BC9D2-D052-1D80-16B3-D03E70CBC6A2}"/>
              </a:ext>
            </a:extLst>
          </p:cNvPr>
          <p:cNvSpPr txBox="1"/>
          <p:nvPr/>
        </p:nvSpPr>
        <p:spPr>
          <a:xfrm>
            <a:off x="294028" y="3555187"/>
            <a:ext cx="1545849"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Sengled bulb</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4" name="Shape 302">
            <a:extLst>
              <a:ext uri="{FF2B5EF4-FFF2-40B4-BE49-F238E27FC236}">
                <a16:creationId xmlns:a16="http://schemas.microsoft.com/office/drawing/2014/main" id="{87EAE346-D097-028D-0872-8840282E4754}"/>
              </a:ext>
            </a:extLst>
          </p:cNvPr>
          <p:cNvSpPr/>
          <p:nvPr/>
        </p:nvSpPr>
        <p:spPr>
          <a:xfrm>
            <a:off x="1474063" y="3555187"/>
            <a:ext cx="1720862"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6" name="Text 303">
            <a:extLst>
              <a:ext uri="{FF2B5EF4-FFF2-40B4-BE49-F238E27FC236}">
                <a16:creationId xmlns:a16="http://schemas.microsoft.com/office/drawing/2014/main" id="{71C32FDE-B4DF-6379-07E8-5BF35288BBD2}"/>
              </a:ext>
            </a:extLst>
          </p:cNvPr>
          <p:cNvSpPr txBox="1"/>
          <p:nvPr/>
        </p:nvSpPr>
        <p:spPr>
          <a:xfrm>
            <a:off x="1676628" y="35551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8" name="Shape 304">
            <a:extLst>
              <a:ext uri="{FF2B5EF4-FFF2-40B4-BE49-F238E27FC236}">
                <a16:creationId xmlns:a16="http://schemas.microsoft.com/office/drawing/2014/main" id="{A858F4B1-DD3B-08C0-493B-0CAE654895AC}"/>
              </a:ext>
            </a:extLst>
          </p:cNvPr>
          <p:cNvSpPr/>
          <p:nvPr/>
        </p:nvSpPr>
        <p:spPr>
          <a:xfrm>
            <a:off x="2885491" y="3555187"/>
            <a:ext cx="1258779"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0" name="Text 305">
            <a:extLst>
              <a:ext uri="{FF2B5EF4-FFF2-40B4-BE49-F238E27FC236}">
                <a16:creationId xmlns:a16="http://schemas.microsoft.com/office/drawing/2014/main" id="{382D40EA-1C90-307C-1C23-91FE69941C9F}"/>
              </a:ext>
            </a:extLst>
          </p:cNvPr>
          <p:cNvSpPr txBox="1"/>
          <p:nvPr/>
        </p:nvSpPr>
        <p:spPr>
          <a:xfrm>
            <a:off x="2949188" y="35551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2" name="Shape 306">
            <a:extLst>
              <a:ext uri="{FF2B5EF4-FFF2-40B4-BE49-F238E27FC236}">
                <a16:creationId xmlns:a16="http://schemas.microsoft.com/office/drawing/2014/main" id="{45228080-39A8-1464-3B11-8900B20AB537}"/>
              </a:ext>
            </a:extLst>
          </p:cNvPr>
          <p:cNvSpPr/>
          <p:nvPr/>
        </p:nvSpPr>
        <p:spPr>
          <a:xfrm>
            <a:off x="3908129" y="3555187"/>
            <a:ext cx="1258779"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4" name="Text 307">
            <a:extLst>
              <a:ext uri="{FF2B5EF4-FFF2-40B4-BE49-F238E27FC236}">
                <a16:creationId xmlns:a16="http://schemas.microsoft.com/office/drawing/2014/main" id="{5AD6143E-9075-6E1F-CF13-0FD6E8877048}"/>
              </a:ext>
            </a:extLst>
          </p:cNvPr>
          <p:cNvSpPr txBox="1"/>
          <p:nvPr/>
        </p:nvSpPr>
        <p:spPr>
          <a:xfrm>
            <a:off x="3971827" y="35551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6" name="Shape 308">
            <a:extLst>
              <a:ext uri="{FF2B5EF4-FFF2-40B4-BE49-F238E27FC236}">
                <a16:creationId xmlns:a16="http://schemas.microsoft.com/office/drawing/2014/main" id="{6ECB2C67-BD91-C10D-FCA2-BB493470D338}"/>
              </a:ext>
            </a:extLst>
          </p:cNvPr>
          <p:cNvSpPr/>
          <p:nvPr/>
        </p:nvSpPr>
        <p:spPr>
          <a:xfrm>
            <a:off x="5013787" y="3555187"/>
            <a:ext cx="1175760"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8" name="Text 309">
            <a:extLst>
              <a:ext uri="{FF2B5EF4-FFF2-40B4-BE49-F238E27FC236}">
                <a16:creationId xmlns:a16="http://schemas.microsoft.com/office/drawing/2014/main" id="{578F05B5-D898-4C8F-14BB-23EEBA49BCD1}"/>
              </a:ext>
            </a:extLst>
          </p:cNvPr>
          <p:cNvSpPr txBox="1"/>
          <p:nvPr/>
        </p:nvSpPr>
        <p:spPr>
          <a:xfrm>
            <a:off x="5067830" y="3555187"/>
            <a:ext cx="1039045"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0" name="Shape 310">
            <a:extLst>
              <a:ext uri="{FF2B5EF4-FFF2-40B4-BE49-F238E27FC236}">
                <a16:creationId xmlns:a16="http://schemas.microsoft.com/office/drawing/2014/main" id="{C808AA0B-72DC-8537-2145-CA5F3744575A}"/>
              </a:ext>
            </a:extLst>
          </p:cNvPr>
          <p:cNvSpPr/>
          <p:nvPr/>
        </p:nvSpPr>
        <p:spPr>
          <a:xfrm>
            <a:off x="234573" y="3898087"/>
            <a:ext cx="1295927" cy="342900"/>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2" name="Text 311">
            <a:extLst>
              <a:ext uri="{FF2B5EF4-FFF2-40B4-BE49-F238E27FC236}">
                <a16:creationId xmlns:a16="http://schemas.microsoft.com/office/drawing/2014/main" id="{7641000B-2B9A-1944-C7B5-3FA41EF814A8}"/>
              </a:ext>
            </a:extLst>
          </p:cNvPr>
          <p:cNvSpPr txBox="1"/>
          <p:nvPr/>
        </p:nvSpPr>
        <p:spPr>
          <a:xfrm>
            <a:off x="294028" y="3898087"/>
            <a:ext cx="1545849"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Tapo plug</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4" name="Shape 312">
            <a:extLst>
              <a:ext uri="{FF2B5EF4-FFF2-40B4-BE49-F238E27FC236}">
                <a16:creationId xmlns:a16="http://schemas.microsoft.com/office/drawing/2014/main" id="{1CD1D9D4-F392-487A-B773-2D512BCB5FA9}"/>
              </a:ext>
            </a:extLst>
          </p:cNvPr>
          <p:cNvSpPr/>
          <p:nvPr/>
        </p:nvSpPr>
        <p:spPr>
          <a:xfrm>
            <a:off x="1474063" y="3898087"/>
            <a:ext cx="1720862" cy="342900"/>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6" name="Text 313">
            <a:extLst>
              <a:ext uri="{FF2B5EF4-FFF2-40B4-BE49-F238E27FC236}">
                <a16:creationId xmlns:a16="http://schemas.microsoft.com/office/drawing/2014/main" id="{0BAA9CD5-0C8E-61C9-E595-A2A5C109102F}"/>
              </a:ext>
            </a:extLst>
          </p:cNvPr>
          <p:cNvSpPr txBox="1"/>
          <p:nvPr/>
        </p:nvSpPr>
        <p:spPr>
          <a:xfrm>
            <a:off x="1676628" y="38980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8" name="Shape 314">
            <a:extLst>
              <a:ext uri="{FF2B5EF4-FFF2-40B4-BE49-F238E27FC236}">
                <a16:creationId xmlns:a16="http://schemas.microsoft.com/office/drawing/2014/main" id="{262865A2-DE36-3678-384B-87FFB87B6C15}"/>
              </a:ext>
            </a:extLst>
          </p:cNvPr>
          <p:cNvSpPr/>
          <p:nvPr/>
        </p:nvSpPr>
        <p:spPr>
          <a:xfrm>
            <a:off x="2885491" y="3898087"/>
            <a:ext cx="1258779" cy="342900"/>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0" name="Text 315">
            <a:extLst>
              <a:ext uri="{FF2B5EF4-FFF2-40B4-BE49-F238E27FC236}">
                <a16:creationId xmlns:a16="http://schemas.microsoft.com/office/drawing/2014/main" id="{EF7C4F2A-4892-E8F8-24A6-CAACD4024131}"/>
              </a:ext>
            </a:extLst>
          </p:cNvPr>
          <p:cNvSpPr txBox="1"/>
          <p:nvPr/>
        </p:nvSpPr>
        <p:spPr>
          <a:xfrm>
            <a:off x="2949188" y="38980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2" name="Shape 316">
            <a:extLst>
              <a:ext uri="{FF2B5EF4-FFF2-40B4-BE49-F238E27FC236}">
                <a16:creationId xmlns:a16="http://schemas.microsoft.com/office/drawing/2014/main" id="{6E75377B-8F85-D2C7-C057-47B9D11AAC32}"/>
              </a:ext>
            </a:extLst>
          </p:cNvPr>
          <p:cNvSpPr/>
          <p:nvPr/>
        </p:nvSpPr>
        <p:spPr>
          <a:xfrm>
            <a:off x="3908129" y="3898087"/>
            <a:ext cx="1258779" cy="342900"/>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4" name="Text 317">
            <a:extLst>
              <a:ext uri="{FF2B5EF4-FFF2-40B4-BE49-F238E27FC236}">
                <a16:creationId xmlns:a16="http://schemas.microsoft.com/office/drawing/2014/main" id="{AE7BD7C3-DB97-F1F2-E639-F72D5ED924FC}"/>
              </a:ext>
            </a:extLst>
          </p:cNvPr>
          <p:cNvSpPr txBox="1"/>
          <p:nvPr/>
        </p:nvSpPr>
        <p:spPr>
          <a:xfrm>
            <a:off x="3971827" y="38980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6" name="Shape 318">
            <a:extLst>
              <a:ext uri="{FF2B5EF4-FFF2-40B4-BE49-F238E27FC236}">
                <a16:creationId xmlns:a16="http://schemas.microsoft.com/office/drawing/2014/main" id="{46259ADF-FF12-0FCA-5654-AE48B673CCAF}"/>
              </a:ext>
            </a:extLst>
          </p:cNvPr>
          <p:cNvSpPr/>
          <p:nvPr/>
        </p:nvSpPr>
        <p:spPr>
          <a:xfrm>
            <a:off x="5013787" y="3898087"/>
            <a:ext cx="1175760" cy="342900"/>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8" name="Text 319">
            <a:extLst>
              <a:ext uri="{FF2B5EF4-FFF2-40B4-BE49-F238E27FC236}">
                <a16:creationId xmlns:a16="http://schemas.microsoft.com/office/drawing/2014/main" id="{CC04FCAF-02ED-D195-5AA9-90E2282F2DEA}"/>
              </a:ext>
            </a:extLst>
          </p:cNvPr>
          <p:cNvSpPr txBox="1"/>
          <p:nvPr/>
        </p:nvSpPr>
        <p:spPr>
          <a:xfrm>
            <a:off x="5067830" y="3898087"/>
            <a:ext cx="1039045"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0" name="Shape 320">
            <a:extLst>
              <a:ext uri="{FF2B5EF4-FFF2-40B4-BE49-F238E27FC236}">
                <a16:creationId xmlns:a16="http://schemas.microsoft.com/office/drawing/2014/main" id="{278911F3-D3F2-FBC1-B426-13DBD4E011ED}"/>
              </a:ext>
            </a:extLst>
          </p:cNvPr>
          <p:cNvSpPr/>
          <p:nvPr/>
        </p:nvSpPr>
        <p:spPr>
          <a:xfrm>
            <a:off x="234573" y="4240987"/>
            <a:ext cx="1295927"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2" name="Text 321">
            <a:extLst>
              <a:ext uri="{FF2B5EF4-FFF2-40B4-BE49-F238E27FC236}">
                <a16:creationId xmlns:a16="http://schemas.microsoft.com/office/drawing/2014/main" id="{F255320A-4E89-A3D4-15E3-FFE151E01965}"/>
              </a:ext>
            </a:extLst>
          </p:cNvPr>
          <p:cNvSpPr txBox="1"/>
          <p:nvPr/>
        </p:nvSpPr>
        <p:spPr>
          <a:xfrm>
            <a:off x="300593" y="4220227"/>
            <a:ext cx="1545849" cy="342900"/>
          </a:xfrm>
          <a:prstGeom prst="rect">
            <a:avLst/>
          </a:prstGeom>
          <a:noFill/>
          <a:ln/>
        </p:spPr>
        <p:txBody>
          <a:bodyPr wrap="square" lIns="0" tIns="0" rIns="0" bIns="0" rtlCol="0" anchor="ctr"/>
          <a:lstStyle/>
          <a:p>
            <a:pPr marL="0" marR="0" lvl="0" indent="0" algn="l" defTabSz="914400" rtl="0" eaLnBrk="1" fontAlgn="auto" latinLnBrk="0" hangingPunct="1">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Meross plug</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4" name="Shape 322">
            <a:extLst>
              <a:ext uri="{FF2B5EF4-FFF2-40B4-BE49-F238E27FC236}">
                <a16:creationId xmlns:a16="http://schemas.microsoft.com/office/drawing/2014/main" id="{BFC0598C-08D6-9904-3C88-764CD7F00231}"/>
              </a:ext>
            </a:extLst>
          </p:cNvPr>
          <p:cNvSpPr/>
          <p:nvPr/>
        </p:nvSpPr>
        <p:spPr>
          <a:xfrm>
            <a:off x="1474063" y="4240987"/>
            <a:ext cx="1720862"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6" name="Text 323">
            <a:extLst>
              <a:ext uri="{FF2B5EF4-FFF2-40B4-BE49-F238E27FC236}">
                <a16:creationId xmlns:a16="http://schemas.microsoft.com/office/drawing/2014/main" id="{BE50799E-E18A-087B-772F-2E027AA614B1}"/>
              </a:ext>
            </a:extLst>
          </p:cNvPr>
          <p:cNvSpPr txBox="1"/>
          <p:nvPr/>
        </p:nvSpPr>
        <p:spPr>
          <a:xfrm>
            <a:off x="1676628" y="42409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8" name="Shape 324">
            <a:extLst>
              <a:ext uri="{FF2B5EF4-FFF2-40B4-BE49-F238E27FC236}">
                <a16:creationId xmlns:a16="http://schemas.microsoft.com/office/drawing/2014/main" id="{13FCD5A4-00C8-4079-8AA0-B156036FF3AF}"/>
              </a:ext>
            </a:extLst>
          </p:cNvPr>
          <p:cNvSpPr/>
          <p:nvPr/>
        </p:nvSpPr>
        <p:spPr>
          <a:xfrm>
            <a:off x="2885491" y="4240987"/>
            <a:ext cx="1258779"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0" name="Text 325">
            <a:extLst>
              <a:ext uri="{FF2B5EF4-FFF2-40B4-BE49-F238E27FC236}">
                <a16:creationId xmlns:a16="http://schemas.microsoft.com/office/drawing/2014/main" id="{1DF28C0D-95B1-4E91-3272-FDB845EAD579}"/>
              </a:ext>
            </a:extLst>
          </p:cNvPr>
          <p:cNvSpPr txBox="1"/>
          <p:nvPr/>
        </p:nvSpPr>
        <p:spPr>
          <a:xfrm>
            <a:off x="2949188" y="42409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2" name="Shape 326">
            <a:extLst>
              <a:ext uri="{FF2B5EF4-FFF2-40B4-BE49-F238E27FC236}">
                <a16:creationId xmlns:a16="http://schemas.microsoft.com/office/drawing/2014/main" id="{87A90966-49D8-B9F9-CE40-2751578B690D}"/>
              </a:ext>
            </a:extLst>
          </p:cNvPr>
          <p:cNvSpPr/>
          <p:nvPr/>
        </p:nvSpPr>
        <p:spPr>
          <a:xfrm>
            <a:off x="3908129" y="4240987"/>
            <a:ext cx="1258779"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4" name="Text 327">
            <a:extLst>
              <a:ext uri="{FF2B5EF4-FFF2-40B4-BE49-F238E27FC236}">
                <a16:creationId xmlns:a16="http://schemas.microsoft.com/office/drawing/2014/main" id="{4982C928-8837-778D-9AAB-AFFE33F5863E}"/>
              </a:ext>
            </a:extLst>
          </p:cNvPr>
          <p:cNvSpPr txBox="1"/>
          <p:nvPr/>
        </p:nvSpPr>
        <p:spPr>
          <a:xfrm>
            <a:off x="3971827" y="4240987"/>
            <a:ext cx="1112410"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 (1/2)</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6" name="Shape 328">
            <a:extLst>
              <a:ext uri="{FF2B5EF4-FFF2-40B4-BE49-F238E27FC236}">
                <a16:creationId xmlns:a16="http://schemas.microsoft.com/office/drawing/2014/main" id="{690472A1-9D81-235E-24ED-9C17583145A4}"/>
              </a:ext>
            </a:extLst>
          </p:cNvPr>
          <p:cNvSpPr/>
          <p:nvPr/>
        </p:nvSpPr>
        <p:spPr>
          <a:xfrm>
            <a:off x="5013787" y="4240987"/>
            <a:ext cx="1175760" cy="34290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8" name="Text 329">
            <a:extLst>
              <a:ext uri="{FF2B5EF4-FFF2-40B4-BE49-F238E27FC236}">
                <a16:creationId xmlns:a16="http://schemas.microsoft.com/office/drawing/2014/main" id="{ADB8FAAF-0C58-A969-D894-F1B28F66C112}"/>
              </a:ext>
            </a:extLst>
          </p:cNvPr>
          <p:cNvSpPr txBox="1"/>
          <p:nvPr/>
        </p:nvSpPr>
        <p:spPr>
          <a:xfrm>
            <a:off x="5067830" y="4240987"/>
            <a:ext cx="1039045"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0" name="Shape 26">
            <a:extLst>
              <a:ext uri="{FF2B5EF4-FFF2-40B4-BE49-F238E27FC236}">
                <a16:creationId xmlns:a16="http://schemas.microsoft.com/office/drawing/2014/main" id="{C6FCB6F3-85E2-BE5B-F7C3-591FC8868DCD}"/>
              </a:ext>
            </a:extLst>
          </p:cNvPr>
          <p:cNvSpPr/>
          <p:nvPr/>
        </p:nvSpPr>
        <p:spPr>
          <a:xfrm>
            <a:off x="241137" y="4592911"/>
            <a:ext cx="1664760"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2" name="Text 27">
            <a:extLst>
              <a:ext uri="{FF2B5EF4-FFF2-40B4-BE49-F238E27FC236}">
                <a16:creationId xmlns:a16="http://schemas.microsoft.com/office/drawing/2014/main" id="{323C8EA8-2C36-C5DB-F7FD-2F10F3407B8C}"/>
              </a:ext>
            </a:extLst>
          </p:cNvPr>
          <p:cNvSpPr txBox="1"/>
          <p:nvPr/>
        </p:nvSpPr>
        <p:spPr>
          <a:xfrm>
            <a:off x="300593" y="4624098"/>
            <a:ext cx="1545849"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Arial" panose="020B0604020202020204" pitchFamily="34" charset="0"/>
                <a:ea typeface="Aptos" pitchFamily="34" charset="-122"/>
                <a:cs typeface="Arial" panose="020B0604020202020204" pitchFamily="34" charset="0"/>
              </a:rPr>
              <a:t>Linkind</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plug</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4" name="Shape 28">
            <a:extLst>
              <a:ext uri="{FF2B5EF4-FFF2-40B4-BE49-F238E27FC236}">
                <a16:creationId xmlns:a16="http://schemas.microsoft.com/office/drawing/2014/main" id="{4755D350-467E-EEBD-E40F-3DF95B6E6524}"/>
              </a:ext>
            </a:extLst>
          </p:cNvPr>
          <p:cNvSpPr/>
          <p:nvPr/>
        </p:nvSpPr>
        <p:spPr>
          <a:xfrm>
            <a:off x="1480628" y="4592911"/>
            <a:ext cx="1720862"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6" name="Text 29">
            <a:extLst>
              <a:ext uri="{FF2B5EF4-FFF2-40B4-BE49-F238E27FC236}">
                <a16:creationId xmlns:a16="http://schemas.microsoft.com/office/drawing/2014/main" id="{6BCE0684-3193-8825-0889-3BCB9D9906F7}"/>
              </a:ext>
            </a:extLst>
          </p:cNvPr>
          <p:cNvSpPr txBox="1"/>
          <p:nvPr/>
        </p:nvSpPr>
        <p:spPr>
          <a:xfrm>
            <a:off x="1699329" y="4619170"/>
            <a:ext cx="1185584"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2s delay</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8" name="Shape 30">
            <a:extLst>
              <a:ext uri="{FF2B5EF4-FFF2-40B4-BE49-F238E27FC236}">
                <a16:creationId xmlns:a16="http://schemas.microsoft.com/office/drawing/2014/main" id="{2C57FC92-3AF2-A25F-85CA-EE99AA339FD4}"/>
              </a:ext>
            </a:extLst>
          </p:cNvPr>
          <p:cNvSpPr/>
          <p:nvPr/>
        </p:nvSpPr>
        <p:spPr>
          <a:xfrm>
            <a:off x="2892056" y="4592911"/>
            <a:ext cx="1258779"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0" name="Text 31">
            <a:extLst>
              <a:ext uri="{FF2B5EF4-FFF2-40B4-BE49-F238E27FC236}">
                <a16:creationId xmlns:a16="http://schemas.microsoft.com/office/drawing/2014/main" id="{9821054F-73FB-F202-2E47-DB3633E8F071}"/>
              </a:ext>
            </a:extLst>
          </p:cNvPr>
          <p:cNvSpPr txBox="1"/>
          <p:nvPr/>
        </p:nvSpPr>
        <p:spPr>
          <a:xfrm>
            <a:off x="2955752" y="4624098"/>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2s delay</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2" name="Shape 32">
            <a:extLst>
              <a:ext uri="{FF2B5EF4-FFF2-40B4-BE49-F238E27FC236}">
                <a16:creationId xmlns:a16="http://schemas.microsoft.com/office/drawing/2014/main" id="{C143B98D-8C69-72B1-1B10-BC90185085DC}"/>
              </a:ext>
            </a:extLst>
          </p:cNvPr>
          <p:cNvSpPr/>
          <p:nvPr/>
        </p:nvSpPr>
        <p:spPr>
          <a:xfrm>
            <a:off x="3914694" y="4592911"/>
            <a:ext cx="1258779"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4" name="Text 33">
            <a:extLst>
              <a:ext uri="{FF2B5EF4-FFF2-40B4-BE49-F238E27FC236}">
                <a16:creationId xmlns:a16="http://schemas.microsoft.com/office/drawing/2014/main" id="{09BFDD19-961B-9D36-9537-C6A85AD65A12}"/>
              </a:ext>
            </a:extLst>
          </p:cNvPr>
          <p:cNvSpPr txBox="1"/>
          <p:nvPr/>
        </p:nvSpPr>
        <p:spPr>
          <a:xfrm>
            <a:off x="3978391" y="4624098"/>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2s delay</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6" name="Shape 34">
            <a:extLst>
              <a:ext uri="{FF2B5EF4-FFF2-40B4-BE49-F238E27FC236}">
                <a16:creationId xmlns:a16="http://schemas.microsoft.com/office/drawing/2014/main" id="{94504841-4EA7-A62E-7DDB-CFFFFB1DD6F5}"/>
              </a:ext>
            </a:extLst>
          </p:cNvPr>
          <p:cNvSpPr/>
          <p:nvPr/>
        </p:nvSpPr>
        <p:spPr>
          <a:xfrm>
            <a:off x="5020352" y="4592911"/>
            <a:ext cx="1175760"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8" name="Text 35">
            <a:extLst>
              <a:ext uri="{FF2B5EF4-FFF2-40B4-BE49-F238E27FC236}">
                <a16:creationId xmlns:a16="http://schemas.microsoft.com/office/drawing/2014/main" id="{A5221075-C006-452A-EDE1-E17D2A88B18D}"/>
              </a:ext>
            </a:extLst>
          </p:cNvPr>
          <p:cNvSpPr txBox="1"/>
          <p:nvPr/>
        </p:nvSpPr>
        <p:spPr>
          <a:xfrm>
            <a:off x="5074395" y="4624098"/>
            <a:ext cx="1039045"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2s delay</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0" name="Shape 36">
            <a:extLst>
              <a:ext uri="{FF2B5EF4-FFF2-40B4-BE49-F238E27FC236}">
                <a16:creationId xmlns:a16="http://schemas.microsoft.com/office/drawing/2014/main" id="{30AF08E1-BE44-D9A2-760C-621F53B259CA}"/>
              </a:ext>
            </a:extLst>
          </p:cNvPr>
          <p:cNvSpPr/>
          <p:nvPr/>
        </p:nvSpPr>
        <p:spPr>
          <a:xfrm>
            <a:off x="241137" y="4935967"/>
            <a:ext cx="1664760" cy="343056"/>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2" name="Text 37">
            <a:extLst>
              <a:ext uri="{FF2B5EF4-FFF2-40B4-BE49-F238E27FC236}">
                <a16:creationId xmlns:a16="http://schemas.microsoft.com/office/drawing/2014/main" id="{3072AFD7-C0DB-BF19-00B7-30F20472D8E4}"/>
              </a:ext>
            </a:extLst>
          </p:cNvPr>
          <p:cNvSpPr txBox="1"/>
          <p:nvPr/>
        </p:nvSpPr>
        <p:spPr>
          <a:xfrm>
            <a:off x="300593" y="4967154"/>
            <a:ext cx="1545849"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Arial" panose="020B0604020202020204" pitchFamily="34" charset="0"/>
                <a:ea typeface="Aptos" pitchFamily="34" charset="-122"/>
                <a:cs typeface="Arial" panose="020B0604020202020204" pitchFamily="34" charset="0"/>
              </a:rPr>
              <a:t>Cync</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plug</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4" name="Shape 38">
            <a:extLst>
              <a:ext uri="{FF2B5EF4-FFF2-40B4-BE49-F238E27FC236}">
                <a16:creationId xmlns:a16="http://schemas.microsoft.com/office/drawing/2014/main" id="{AD39E209-8985-BD9F-5AAE-D0023276C5FC}"/>
              </a:ext>
            </a:extLst>
          </p:cNvPr>
          <p:cNvSpPr/>
          <p:nvPr/>
        </p:nvSpPr>
        <p:spPr>
          <a:xfrm>
            <a:off x="1473829" y="4935967"/>
            <a:ext cx="1728942" cy="343056"/>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6" name="Text 39">
            <a:extLst>
              <a:ext uri="{FF2B5EF4-FFF2-40B4-BE49-F238E27FC236}">
                <a16:creationId xmlns:a16="http://schemas.microsoft.com/office/drawing/2014/main" id="{BC8F01C9-269F-98EE-D26B-32110EFF96FB}"/>
              </a:ext>
            </a:extLst>
          </p:cNvPr>
          <p:cNvSpPr txBox="1"/>
          <p:nvPr/>
        </p:nvSpPr>
        <p:spPr>
          <a:xfrm>
            <a:off x="1676627" y="4940897"/>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8" name="Shape 40">
            <a:extLst>
              <a:ext uri="{FF2B5EF4-FFF2-40B4-BE49-F238E27FC236}">
                <a16:creationId xmlns:a16="http://schemas.microsoft.com/office/drawing/2014/main" id="{26849170-5E2F-5038-3570-975F8CDBBCEA}"/>
              </a:ext>
            </a:extLst>
          </p:cNvPr>
          <p:cNvSpPr/>
          <p:nvPr/>
        </p:nvSpPr>
        <p:spPr>
          <a:xfrm>
            <a:off x="2892056" y="4935967"/>
            <a:ext cx="1258779" cy="343056"/>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0" name="Text 41">
            <a:extLst>
              <a:ext uri="{FF2B5EF4-FFF2-40B4-BE49-F238E27FC236}">
                <a16:creationId xmlns:a16="http://schemas.microsoft.com/office/drawing/2014/main" id="{D934BA62-97DA-BD3E-2F20-75E29A932072}"/>
              </a:ext>
            </a:extLst>
          </p:cNvPr>
          <p:cNvSpPr txBox="1"/>
          <p:nvPr/>
        </p:nvSpPr>
        <p:spPr>
          <a:xfrm>
            <a:off x="2955752" y="4967154"/>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C00000"/>
                </a:solidFill>
                <a:effectLst/>
                <a:uLnTx/>
                <a:uFillTx/>
                <a:latin typeface="Arial" panose="020B0604020202020204" pitchFamily="34" charset="0"/>
                <a:ea typeface="Aptos" pitchFamily="34" charset="-122"/>
                <a:cs typeface="Arial" panose="020B0604020202020204" pitchFamily="34" charset="0"/>
              </a:rPr>
              <a:t>✓  30s delay</a:t>
            </a:r>
            <a:endParaRPr kumimoji="0" lang="en-US" sz="1100" b="0" i="0" u="none" strike="noStrike" kern="1200" cap="none" spc="0" normalizeH="0" baseline="0" noProof="0">
              <a:ln>
                <a:noFill/>
              </a:ln>
              <a:solidFill>
                <a:srgbClr val="C00000"/>
              </a:solidFill>
              <a:effectLst/>
              <a:uLnTx/>
              <a:uFillTx/>
              <a:latin typeface="Arial" panose="020B0604020202020204" pitchFamily="34" charset="0"/>
              <a:cs typeface="Arial" panose="020B0604020202020204" pitchFamily="34" charset="0"/>
            </a:endParaRPr>
          </a:p>
        </p:txBody>
      </p:sp>
      <p:sp>
        <p:nvSpPr>
          <p:cNvPr id="272" name="Shape 42">
            <a:extLst>
              <a:ext uri="{FF2B5EF4-FFF2-40B4-BE49-F238E27FC236}">
                <a16:creationId xmlns:a16="http://schemas.microsoft.com/office/drawing/2014/main" id="{92510E3B-3976-EE65-35EA-EBEF94F43B68}"/>
              </a:ext>
            </a:extLst>
          </p:cNvPr>
          <p:cNvSpPr/>
          <p:nvPr/>
        </p:nvSpPr>
        <p:spPr>
          <a:xfrm>
            <a:off x="3914694" y="4935967"/>
            <a:ext cx="1258779" cy="343056"/>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4" name="Text 43">
            <a:extLst>
              <a:ext uri="{FF2B5EF4-FFF2-40B4-BE49-F238E27FC236}">
                <a16:creationId xmlns:a16="http://schemas.microsoft.com/office/drawing/2014/main" id="{24302220-2870-4E57-C7F9-E04166BD609D}"/>
              </a:ext>
            </a:extLst>
          </p:cNvPr>
          <p:cNvSpPr txBox="1"/>
          <p:nvPr/>
        </p:nvSpPr>
        <p:spPr>
          <a:xfrm>
            <a:off x="3978391" y="4967154"/>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6" name="Shape 44">
            <a:extLst>
              <a:ext uri="{FF2B5EF4-FFF2-40B4-BE49-F238E27FC236}">
                <a16:creationId xmlns:a16="http://schemas.microsoft.com/office/drawing/2014/main" id="{99BCF2C5-8ED7-0B06-0098-D132ED6A4520}"/>
              </a:ext>
            </a:extLst>
          </p:cNvPr>
          <p:cNvSpPr/>
          <p:nvPr/>
        </p:nvSpPr>
        <p:spPr>
          <a:xfrm>
            <a:off x="5020352" y="4935967"/>
            <a:ext cx="1175760" cy="343056"/>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8" name="Text 45">
            <a:extLst>
              <a:ext uri="{FF2B5EF4-FFF2-40B4-BE49-F238E27FC236}">
                <a16:creationId xmlns:a16="http://schemas.microsoft.com/office/drawing/2014/main" id="{3AC2B64E-DF6B-801B-6261-A95C43ABD6B8}"/>
              </a:ext>
            </a:extLst>
          </p:cNvPr>
          <p:cNvSpPr txBox="1"/>
          <p:nvPr/>
        </p:nvSpPr>
        <p:spPr>
          <a:xfrm>
            <a:off x="5074395" y="4967154"/>
            <a:ext cx="1039045"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0" name="Shape 46">
            <a:extLst>
              <a:ext uri="{FF2B5EF4-FFF2-40B4-BE49-F238E27FC236}">
                <a16:creationId xmlns:a16="http://schemas.microsoft.com/office/drawing/2014/main" id="{33E6A171-E003-4B10-9CD1-5934C560D9D6}"/>
              </a:ext>
            </a:extLst>
          </p:cNvPr>
          <p:cNvSpPr/>
          <p:nvPr/>
        </p:nvSpPr>
        <p:spPr>
          <a:xfrm>
            <a:off x="241137" y="5279024"/>
            <a:ext cx="1664760"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2" name="Text 47">
            <a:extLst>
              <a:ext uri="{FF2B5EF4-FFF2-40B4-BE49-F238E27FC236}">
                <a16:creationId xmlns:a16="http://schemas.microsoft.com/office/drawing/2014/main" id="{265CDF4D-E53C-5160-E3CC-7549C3CB11BA}"/>
              </a:ext>
            </a:extLst>
          </p:cNvPr>
          <p:cNvSpPr txBox="1"/>
          <p:nvPr/>
        </p:nvSpPr>
        <p:spPr>
          <a:xfrm>
            <a:off x="300593" y="5310210"/>
            <a:ext cx="1545849"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Aqara Bridge</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4" name="Shape 48">
            <a:extLst>
              <a:ext uri="{FF2B5EF4-FFF2-40B4-BE49-F238E27FC236}">
                <a16:creationId xmlns:a16="http://schemas.microsoft.com/office/drawing/2014/main" id="{B8808A71-88C1-B115-6037-B6E0B164551B}"/>
              </a:ext>
            </a:extLst>
          </p:cNvPr>
          <p:cNvSpPr/>
          <p:nvPr/>
        </p:nvSpPr>
        <p:spPr>
          <a:xfrm>
            <a:off x="1473829" y="5279024"/>
            <a:ext cx="1728942"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6" name="Text 49">
            <a:extLst>
              <a:ext uri="{FF2B5EF4-FFF2-40B4-BE49-F238E27FC236}">
                <a16:creationId xmlns:a16="http://schemas.microsoft.com/office/drawing/2014/main" id="{F836749B-5DA6-C3B5-D374-CF6444F654D1}"/>
              </a:ext>
            </a:extLst>
          </p:cNvPr>
          <p:cNvSpPr txBox="1"/>
          <p:nvPr/>
        </p:nvSpPr>
        <p:spPr>
          <a:xfrm>
            <a:off x="1557608" y="5305427"/>
            <a:ext cx="1558707"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C00000"/>
                </a:solidFill>
                <a:effectLst/>
                <a:uLnTx/>
                <a:uFillTx/>
                <a:latin typeface="Arial" panose="020B0604020202020204" pitchFamily="34" charset="0"/>
                <a:ea typeface="Aptos" pitchFamily="34" charset="-122"/>
                <a:cs typeface="Arial" panose="020B0604020202020204" pitchFamily="34" charset="0"/>
              </a:rPr>
              <a:t>   Some features</a:t>
            </a:r>
            <a:endParaRPr kumimoji="0" lang="en-US" sz="1100" b="0" i="0" u="none" strike="noStrike" kern="1200" cap="none" spc="0" normalizeH="0" baseline="0" noProof="0">
              <a:ln>
                <a:noFill/>
              </a:ln>
              <a:solidFill>
                <a:srgbClr val="C00000"/>
              </a:solidFill>
              <a:effectLst/>
              <a:uLnTx/>
              <a:uFillTx/>
              <a:latin typeface="Arial" panose="020B0604020202020204" pitchFamily="34" charset="0"/>
              <a:cs typeface="Arial" panose="020B0604020202020204" pitchFamily="34" charset="0"/>
            </a:endParaRPr>
          </a:p>
        </p:txBody>
      </p:sp>
      <p:sp>
        <p:nvSpPr>
          <p:cNvPr id="288" name="Shape 50">
            <a:extLst>
              <a:ext uri="{FF2B5EF4-FFF2-40B4-BE49-F238E27FC236}">
                <a16:creationId xmlns:a16="http://schemas.microsoft.com/office/drawing/2014/main" id="{2771F890-E3DA-10F5-94AF-BBE108C33886}"/>
              </a:ext>
            </a:extLst>
          </p:cNvPr>
          <p:cNvSpPr/>
          <p:nvPr/>
        </p:nvSpPr>
        <p:spPr>
          <a:xfrm>
            <a:off x="2892056" y="5279024"/>
            <a:ext cx="1258779"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0" name="Text 51">
            <a:extLst>
              <a:ext uri="{FF2B5EF4-FFF2-40B4-BE49-F238E27FC236}">
                <a16:creationId xmlns:a16="http://schemas.microsoft.com/office/drawing/2014/main" id="{A7F46381-DEBF-0C72-A301-6129D530D08D}"/>
              </a:ext>
            </a:extLst>
          </p:cNvPr>
          <p:cNvSpPr txBox="1"/>
          <p:nvPr/>
        </p:nvSpPr>
        <p:spPr>
          <a:xfrm>
            <a:off x="2955752" y="5310210"/>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2" name="Shape 52">
            <a:extLst>
              <a:ext uri="{FF2B5EF4-FFF2-40B4-BE49-F238E27FC236}">
                <a16:creationId xmlns:a16="http://schemas.microsoft.com/office/drawing/2014/main" id="{C22C51C9-5247-266B-1BFC-E12273D6B6E9}"/>
              </a:ext>
            </a:extLst>
          </p:cNvPr>
          <p:cNvSpPr/>
          <p:nvPr/>
        </p:nvSpPr>
        <p:spPr>
          <a:xfrm>
            <a:off x="3914694" y="5279024"/>
            <a:ext cx="1258779"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4" name="Text 53">
            <a:extLst>
              <a:ext uri="{FF2B5EF4-FFF2-40B4-BE49-F238E27FC236}">
                <a16:creationId xmlns:a16="http://schemas.microsoft.com/office/drawing/2014/main" id="{02A84840-7840-BF1D-2006-609610EF30DB}"/>
              </a:ext>
            </a:extLst>
          </p:cNvPr>
          <p:cNvSpPr txBox="1"/>
          <p:nvPr/>
        </p:nvSpPr>
        <p:spPr>
          <a:xfrm>
            <a:off x="3978391" y="5310210"/>
            <a:ext cx="1112410"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C00000"/>
                </a:solidFill>
                <a:effectLst/>
                <a:uLnTx/>
                <a:uFillTx/>
                <a:latin typeface="Arial" panose="020B0604020202020204" pitchFamily="34" charset="0"/>
                <a:ea typeface="Aptos" pitchFamily="34" charset="-122"/>
                <a:cs typeface="Arial" panose="020B0604020202020204" pitchFamily="34" charset="0"/>
              </a:rPr>
              <a:t>Some features</a:t>
            </a:r>
            <a:endParaRPr kumimoji="0" lang="en-US" sz="1100" b="0" i="0" u="none" strike="noStrike" kern="1200" cap="none" spc="0" normalizeH="0" baseline="0" noProof="0">
              <a:ln>
                <a:noFill/>
              </a:ln>
              <a:solidFill>
                <a:srgbClr val="C00000"/>
              </a:solidFill>
              <a:effectLst/>
              <a:uLnTx/>
              <a:uFillTx/>
              <a:latin typeface="Arial" panose="020B0604020202020204" pitchFamily="34" charset="0"/>
              <a:cs typeface="Arial" panose="020B0604020202020204" pitchFamily="34" charset="0"/>
            </a:endParaRPr>
          </a:p>
        </p:txBody>
      </p:sp>
      <p:sp>
        <p:nvSpPr>
          <p:cNvPr id="296" name="Shape 54">
            <a:extLst>
              <a:ext uri="{FF2B5EF4-FFF2-40B4-BE49-F238E27FC236}">
                <a16:creationId xmlns:a16="http://schemas.microsoft.com/office/drawing/2014/main" id="{EB49B34D-2B8C-036A-99D8-A65B1EC951BC}"/>
              </a:ext>
            </a:extLst>
          </p:cNvPr>
          <p:cNvSpPr/>
          <p:nvPr/>
        </p:nvSpPr>
        <p:spPr>
          <a:xfrm>
            <a:off x="5020352" y="5279024"/>
            <a:ext cx="1175760" cy="343056"/>
          </a:xfrm>
          <a:prstGeom prst="rect">
            <a:avLst/>
          </a:prstGeom>
          <a:solidFill>
            <a:srgbClr val="D6E4F2"/>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8" name="Text 55">
            <a:extLst>
              <a:ext uri="{FF2B5EF4-FFF2-40B4-BE49-F238E27FC236}">
                <a16:creationId xmlns:a16="http://schemas.microsoft.com/office/drawing/2014/main" id="{3DDE7F25-44C3-2105-3D82-B186373746DB}"/>
              </a:ext>
            </a:extLst>
          </p:cNvPr>
          <p:cNvSpPr txBox="1"/>
          <p:nvPr/>
        </p:nvSpPr>
        <p:spPr>
          <a:xfrm>
            <a:off x="5074395" y="5310210"/>
            <a:ext cx="1039045" cy="28068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C00000"/>
                </a:solidFill>
                <a:effectLst/>
                <a:uLnTx/>
                <a:uFillTx/>
                <a:latin typeface="Arial" panose="020B0604020202020204" pitchFamily="34" charset="0"/>
                <a:ea typeface="Aptos" pitchFamily="34" charset="-122"/>
                <a:cs typeface="Arial" panose="020B0604020202020204" pitchFamily="34" charset="0"/>
              </a:rPr>
              <a:t>Some features</a:t>
            </a:r>
            <a:endParaRPr kumimoji="0" lang="en-US" sz="1100" b="0" i="0" u="none" strike="noStrike" kern="1200" cap="none" spc="0" normalizeH="0" baseline="0" noProof="0">
              <a:ln>
                <a:noFill/>
              </a:ln>
              <a:solidFill>
                <a:srgbClr val="C00000"/>
              </a:solidFill>
              <a:effectLst/>
              <a:uLnTx/>
              <a:uFillTx/>
              <a:latin typeface="Arial" panose="020B0604020202020204" pitchFamily="34" charset="0"/>
              <a:cs typeface="Arial" panose="020B0604020202020204" pitchFamily="34" charset="0"/>
            </a:endParaRPr>
          </a:p>
        </p:txBody>
      </p:sp>
      <p:sp>
        <p:nvSpPr>
          <p:cNvPr id="300" name="Shape 56">
            <a:extLst>
              <a:ext uri="{FF2B5EF4-FFF2-40B4-BE49-F238E27FC236}">
                <a16:creationId xmlns:a16="http://schemas.microsoft.com/office/drawing/2014/main" id="{FED0AC57-ECF1-08FD-AE42-260C2222BD90}"/>
              </a:ext>
            </a:extLst>
          </p:cNvPr>
          <p:cNvSpPr/>
          <p:nvPr/>
        </p:nvSpPr>
        <p:spPr>
          <a:xfrm>
            <a:off x="241137" y="5622080"/>
            <a:ext cx="1664760" cy="45221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02" name="Text 57">
            <a:extLst>
              <a:ext uri="{FF2B5EF4-FFF2-40B4-BE49-F238E27FC236}">
                <a16:creationId xmlns:a16="http://schemas.microsoft.com/office/drawing/2014/main" id="{4E9CD303-F4A7-0DA6-A6CC-821377AA2701}"/>
              </a:ext>
            </a:extLst>
          </p:cNvPr>
          <p:cNvSpPr txBox="1"/>
          <p:nvPr/>
        </p:nvSpPr>
        <p:spPr>
          <a:xfrm>
            <a:off x="300593" y="5653267"/>
            <a:ext cx="1173470" cy="3898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All other devices/bridges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04" name="Shape 58">
            <a:extLst>
              <a:ext uri="{FF2B5EF4-FFF2-40B4-BE49-F238E27FC236}">
                <a16:creationId xmlns:a16="http://schemas.microsoft.com/office/drawing/2014/main" id="{2E24FD61-0B43-3EE8-4D18-612BB8E16B6D}"/>
              </a:ext>
            </a:extLst>
          </p:cNvPr>
          <p:cNvSpPr/>
          <p:nvPr/>
        </p:nvSpPr>
        <p:spPr>
          <a:xfrm>
            <a:off x="1473829" y="5622080"/>
            <a:ext cx="1728942" cy="45221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06" name="Text 59">
            <a:extLst>
              <a:ext uri="{FF2B5EF4-FFF2-40B4-BE49-F238E27FC236}">
                <a16:creationId xmlns:a16="http://schemas.microsoft.com/office/drawing/2014/main" id="{B912BA8C-ABC0-C34B-9EBA-5899D2B2CE5A}"/>
              </a:ext>
            </a:extLst>
          </p:cNvPr>
          <p:cNvSpPr txBox="1"/>
          <p:nvPr/>
        </p:nvSpPr>
        <p:spPr>
          <a:xfrm>
            <a:off x="1701449" y="5650528"/>
            <a:ext cx="1112410" cy="3898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08" name="Shape 60">
            <a:extLst>
              <a:ext uri="{FF2B5EF4-FFF2-40B4-BE49-F238E27FC236}">
                <a16:creationId xmlns:a16="http://schemas.microsoft.com/office/drawing/2014/main" id="{2ECF087B-814B-1D44-759B-849E0DBBAB29}"/>
              </a:ext>
            </a:extLst>
          </p:cNvPr>
          <p:cNvSpPr/>
          <p:nvPr/>
        </p:nvSpPr>
        <p:spPr>
          <a:xfrm>
            <a:off x="2892056" y="5622080"/>
            <a:ext cx="1258779" cy="45221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0" name="Text 61">
            <a:extLst>
              <a:ext uri="{FF2B5EF4-FFF2-40B4-BE49-F238E27FC236}">
                <a16:creationId xmlns:a16="http://schemas.microsoft.com/office/drawing/2014/main" id="{DA5B478F-CC3A-827E-D91B-398B6F0789C5}"/>
              </a:ext>
            </a:extLst>
          </p:cNvPr>
          <p:cNvSpPr txBox="1"/>
          <p:nvPr/>
        </p:nvSpPr>
        <p:spPr>
          <a:xfrm>
            <a:off x="2955752" y="5653267"/>
            <a:ext cx="1112410" cy="3898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2" name="Shape 62">
            <a:extLst>
              <a:ext uri="{FF2B5EF4-FFF2-40B4-BE49-F238E27FC236}">
                <a16:creationId xmlns:a16="http://schemas.microsoft.com/office/drawing/2014/main" id="{9B4D0294-CBC0-6EF6-2FC5-FA1A590210EA}"/>
              </a:ext>
            </a:extLst>
          </p:cNvPr>
          <p:cNvSpPr/>
          <p:nvPr/>
        </p:nvSpPr>
        <p:spPr>
          <a:xfrm>
            <a:off x="3914694" y="5622080"/>
            <a:ext cx="1258779" cy="45221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4" name="Text 63">
            <a:extLst>
              <a:ext uri="{FF2B5EF4-FFF2-40B4-BE49-F238E27FC236}">
                <a16:creationId xmlns:a16="http://schemas.microsoft.com/office/drawing/2014/main" id="{463C59E4-C545-FD79-9514-4ED411117E27}"/>
              </a:ext>
            </a:extLst>
          </p:cNvPr>
          <p:cNvSpPr txBox="1"/>
          <p:nvPr/>
        </p:nvSpPr>
        <p:spPr>
          <a:xfrm>
            <a:off x="3978391" y="5653267"/>
            <a:ext cx="1112410" cy="3898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6" name="Shape 64">
            <a:extLst>
              <a:ext uri="{FF2B5EF4-FFF2-40B4-BE49-F238E27FC236}">
                <a16:creationId xmlns:a16="http://schemas.microsoft.com/office/drawing/2014/main" id="{4C257BC5-D395-0742-D3FF-E1DDD14B6A55}"/>
              </a:ext>
            </a:extLst>
          </p:cNvPr>
          <p:cNvSpPr/>
          <p:nvPr/>
        </p:nvSpPr>
        <p:spPr>
          <a:xfrm>
            <a:off x="5020352" y="5622080"/>
            <a:ext cx="1175760" cy="452210"/>
          </a:xfrm>
          <a:prstGeom prst="rect">
            <a:avLst/>
          </a:prstGeom>
          <a:solidFill>
            <a:srgbClr val="FFFFFF"/>
          </a:solidFill>
          <a:ln w="12700">
            <a:solidFill>
              <a:srgbClr val="DDDD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8" name="Text 65">
            <a:extLst>
              <a:ext uri="{FF2B5EF4-FFF2-40B4-BE49-F238E27FC236}">
                <a16:creationId xmlns:a16="http://schemas.microsoft.com/office/drawing/2014/main" id="{52A95965-0FE0-AB06-1652-EA423E39BC47}"/>
              </a:ext>
            </a:extLst>
          </p:cNvPr>
          <p:cNvSpPr txBox="1"/>
          <p:nvPr/>
        </p:nvSpPr>
        <p:spPr>
          <a:xfrm>
            <a:off x="5074395" y="5653267"/>
            <a:ext cx="1039045" cy="3898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Aptos" pitchFamily="34" charset="-122"/>
                <a:cs typeface="Arial" panose="020B0604020202020204" pitchFamily="34" charset="0"/>
              </a:rPr>
              <a:t>✓  Yes</a:t>
            </a:r>
            <a:endParaRPr kumimoji="0" lang="en-US" sz="11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7642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D6B3D-62D1-5653-022E-CF6433F67F44}"/>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41F496EB-2CC7-0F7E-47C9-BDB1C89C7079}"/>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E709B930-4C21-4746-D3EC-5D37B08B51B7}"/>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9A231338-D9FE-2B3F-C690-60727D387366}"/>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07317F2A-9936-78D9-9D27-F6086C97BDA0}"/>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F668BDEB-549E-6D5D-182C-23C4FB87F3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75591D28-A07D-78C7-C913-10A0FA4EA4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27132CAD-C926-288B-31F8-148C4BE39DB1}"/>
              </a:ext>
            </a:extLst>
          </p:cNvPr>
          <p:cNvSpPr>
            <a:spLocks noGrp="1"/>
          </p:cNvSpPr>
          <p:nvPr>
            <p:ph type="sldNum" sz="quarter" idx="12"/>
          </p:nvPr>
        </p:nvSpPr>
        <p:spPr/>
        <p:txBody>
          <a:bodyPr/>
          <a:lstStyle/>
          <a:p>
            <a:fld id="{F8B2AEEB-57C9-4BA6-8192-32186CDF2FF3}" type="slidenum">
              <a:rPr lang="en-US" smtClean="0"/>
              <a:t>14</a:t>
            </a:fld>
            <a:endParaRPr lang="en-US"/>
          </a:p>
        </p:txBody>
      </p:sp>
      <p:sp>
        <p:nvSpPr>
          <p:cNvPr id="4" name="TextBox 3">
            <a:extLst>
              <a:ext uri="{FF2B5EF4-FFF2-40B4-BE49-F238E27FC236}">
                <a16:creationId xmlns:a16="http://schemas.microsoft.com/office/drawing/2014/main" id="{EAAB7F33-F606-DDF3-4F5C-F19B123CC501}"/>
              </a:ext>
            </a:extLst>
          </p:cNvPr>
          <p:cNvSpPr txBox="1"/>
          <p:nvPr/>
        </p:nvSpPr>
        <p:spPr>
          <a:xfrm>
            <a:off x="163314" y="95220"/>
            <a:ext cx="6102350" cy="400110"/>
          </a:xfrm>
          <a:prstGeom prst="rect">
            <a:avLst/>
          </a:prstGeom>
          <a:noFill/>
        </p:spPr>
        <p:txBody>
          <a:bodyPr wrap="square" lIns="91440" tIns="45720" rIns="91440" bIns="45720" anchor="t">
            <a:spAutoFit/>
          </a:bodyPr>
          <a:lstStyle/>
          <a:p>
            <a:r>
              <a:rPr lang="en-US" sz="2000" b="1">
                <a:solidFill>
                  <a:schemeClr val="bg1"/>
                </a:solidFill>
                <a:latin typeface="Arial" panose="020B0604020202020204" pitchFamily="34" charset="0"/>
                <a:cs typeface="Arial" panose="020B0604020202020204" pitchFamily="34" charset="0"/>
              </a:rPr>
              <a:t>Methodology RQ3</a:t>
            </a:r>
            <a:endParaRPr lang="en-US">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39D7D2D-EC71-5EFE-EAEF-8622F8FA16BD}"/>
              </a:ext>
            </a:extLst>
          </p:cNvPr>
          <p:cNvSpPr txBox="1"/>
          <p:nvPr/>
        </p:nvSpPr>
        <p:spPr>
          <a:xfrm>
            <a:off x="897919" y="1913860"/>
            <a:ext cx="10396161" cy="3170099"/>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000">
                <a:latin typeface="Arial" panose="020B0604020202020204" pitchFamily="34" charset="0"/>
                <a:cs typeface="Arial" panose="020B0604020202020204" pitchFamily="34" charset="0"/>
              </a:rPr>
              <a:t>Selected seven dual-stack devices — smart plugs, bulbs, and LED strips — supporting Matter and vendor-specific legacy protocols.</a:t>
            </a:r>
          </a:p>
          <a:p>
            <a:pPr marL="342900" indent="-342900">
              <a:buFont typeface="Arial" panose="020B0604020202020204" pitchFamily="34" charset="0"/>
              <a:buChar char="•"/>
            </a:pPr>
            <a:r>
              <a:rPr lang="en-US" sz="2000">
                <a:latin typeface="Arial" panose="020B0604020202020204" pitchFamily="34" charset="0"/>
                <a:cs typeface="Arial" panose="020B0604020202020204" pitchFamily="34" charset="0"/>
              </a:rPr>
              <a:t>Captured network traffic during device operation on isolated test networks.</a:t>
            </a:r>
          </a:p>
          <a:p>
            <a:pPr marL="342900" indent="-342900">
              <a:buFont typeface="Arial" panose="020B0604020202020204" pitchFamily="34" charset="0"/>
              <a:buChar char="•"/>
            </a:pPr>
            <a:r>
              <a:rPr lang="en-US" sz="2000">
                <a:latin typeface="Arial" panose="020B0604020202020204" pitchFamily="34" charset="0"/>
                <a:cs typeface="Arial" panose="020B0604020202020204" pitchFamily="34" charset="0"/>
              </a:rPr>
              <a:t>Analyzed destination domains and second-level domains (SLDs) to identify non-Matter cloud endpoints.</a:t>
            </a:r>
          </a:p>
          <a:p>
            <a:pPr marL="342900" indent="-342900">
              <a:buFont typeface="Arial" panose="020B0604020202020204" pitchFamily="34" charset="0"/>
              <a:buChar char="•"/>
            </a:pPr>
            <a:r>
              <a:rPr lang="en-US" sz="2000">
                <a:latin typeface="Arial" panose="020B0604020202020204" pitchFamily="34" charset="0"/>
                <a:cs typeface="Arial" panose="020B0604020202020204" pitchFamily="34" charset="0"/>
              </a:rPr>
              <a:t>Identified persistent connections to cloud infrastructure operating outside the Matter trust model.</a:t>
            </a:r>
          </a:p>
          <a:p>
            <a:pPr marL="342900" indent="-342900">
              <a:buFont typeface="Arial" panose="020B0604020202020204" pitchFamily="34" charset="0"/>
              <a:buChar char="•"/>
            </a:pPr>
            <a:r>
              <a:rPr lang="en-US" sz="2000">
                <a:latin typeface="Arial" panose="020B0604020202020204" pitchFamily="34" charset="0"/>
                <a:cs typeface="Arial" panose="020B0604020202020204" pitchFamily="34" charset="0"/>
              </a:rPr>
              <a:t>Assessed identified endpoints for parallel backend infrastructure, potential traffic-interception vectors, and data-jurisdiction implications.</a:t>
            </a:r>
          </a:p>
          <a:p>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3200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B6F92-E96C-CCA9-31A9-B710FDC34E6E}"/>
            </a:ext>
          </a:extLst>
        </p:cNvPr>
        <p:cNvGrpSpPr/>
        <p:nvPr/>
      </p:nvGrpSpPr>
      <p:grpSpPr>
        <a:xfrm>
          <a:off x="0" y="0"/>
          <a:ext cx="0" cy="0"/>
          <a:chOff x="0" y="0"/>
          <a:chExt cx="0" cy="0"/>
        </a:xfrm>
      </p:grpSpPr>
      <p:sp>
        <p:nvSpPr>
          <p:cNvPr id="21" name="Shape 83">
            <a:extLst>
              <a:ext uri="{FF2B5EF4-FFF2-40B4-BE49-F238E27FC236}">
                <a16:creationId xmlns:a16="http://schemas.microsoft.com/office/drawing/2014/main" id="{4EC03A24-9A1B-2BDD-9949-B25FAE1DEC7F}"/>
              </a:ext>
            </a:extLst>
          </p:cNvPr>
          <p:cNvSpPr/>
          <p:nvPr/>
        </p:nvSpPr>
        <p:spPr>
          <a:xfrm>
            <a:off x="5221144" y="695512"/>
            <a:ext cx="6714950" cy="5288884"/>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21CED11C-4A87-FF5B-5E9B-5F5248DF6F25}"/>
              </a:ext>
            </a:extLst>
          </p:cNvPr>
          <p:cNvSpPr>
            <a:spLocks noGrp="1"/>
          </p:cNvSpPr>
          <p:nvPr/>
        </p:nvSpPr>
        <p:spPr>
          <a:xfrm>
            <a:off x="0" y="1133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000" b="1">
                <a:solidFill>
                  <a:schemeClr val="bg1"/>
                </a:solidFill>
                <a:latin typeface="Arial" panose="020B0604020202020204" pitchFamily="34" charset="0"/>
                <a:cs typeface="Arial" panose="020B0604020202020204" pitchFamily="34" charset="0"/>
              </a:rPr>
              <a:t>  </a:t>
            </a:r>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5DA424BA-CBE2-F22A-0913-4B6287D57BBB}"/>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F837280F-07F6-EAD7-2965-22BDCCD7DB47}"/>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811A479A-27DA-15EA-9623-D69A817252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06F0593B-4421-E064-28EF-C28DBCBCFA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5" name="Text 5">
            <a:extLst>
              <a:ext uri="{FF2B5EF4-FFF2-40B4-BE49-F238E27FC236}">
                <a16:creationId xmlns:a16="http://schemas.microsoft.com/office/drawing/2014/main" id="{E6A36072-5500-7841-282E-0EF9F8278F3E}"/>
              </a:ext>
            </a:extLst>
          </p:cNvPr>
          <p:cNvSpPr txBox="1"/>
          <p:nvPr/>
        </p:nvSpPr>
        <p:spPr>
          <a:xfrm>
            <a:off x="140367" y="873604"/>
            <a:ext cx="11612880" cy="329184"/>
          </a:xfrm>
          <a:prstGeom prst="rect">
            <a:avLst/>
          </a:prstGeom>
          <a:noFill/>
          <a:ln/>
        </p:spPr>
        <p:txBody>
          <a:bodyPr wrap="square" lIns="0" tIns="0" rIns="0" bIns="0" rtlCol="0" anchor="ctr"/>
          <a:lstStyle/>
          <a:p>
            <a:pPr marL="0" indent="0">
              <a:buNone/>
            </a:pPr>
            <a:endParaRPr lang="en-US" sz="2000" b="1"/>
          </a:p>
        </p:txBody>
      </p:sp>
      <p:sp>
        <p:nvSpPr>
          <p:cNvPr id="152" name="Slide Number Placeholder 151">
            <a:extLst>
              <a:ext uri="{FF2B5EF4-FFF2-40B4-BE49-F238E27FC236}">
                <a16:creationId xmlns:a16="http://schemas.microsoft.com/office/drawing/2014/main" id="{60EADE74-76CC-79F1-F1CC-D1E66FC85E0A}"/>
              </a:ext>
            </a:extLst>
          </p:cNvPr>
          <p:cNvSpPr>
            <a:spLocks noGrp="1"/>
          </p:cNvSpPr>
          <p:nvPr>
            <p:ph type="sldNum" sz="quarter" idx="12"/>
          </p:nvPr>
        </p:nvSpPr>
        <p:spPr/>
        <p:txBody>
          <a:bodyPr/>
          <a:lstStyle/>
          <a:p>
            <a:fld id="{F8B2AEEB-57C9-4BA6-8192-32186CDF2FF3}" type="slidenum">
              <a:rPr lang="en-US" smtClean="0"/>
              <a:t>15</a:t>
            </a:fld>
            <a:endParaRPr lang="en-US"/>
          </a:p>
        </p:txBody>
      </p:sp>
      <p:grpSp>
        <p:nvGrpSpPr>
          <p:cNvPr id="3" name="Group 2">
            <a:extLst>
              <a:ext uri="{FF2B5EF4-FFF2-40B4-BE49-F238E27FC236}">
                <a16:creationId xmlns:a16="http://schemas.microsoft.com/office/drawing/2014/main" id="{2723D04F-E438-FBCB-F83A-25A05FA0830B}"/>
              </a:ext>
            </a:extLst>
          </p:cNvPr>
          <p:cNvGrpSpPr/>
          <p:nvPr/>
        </p:nvGrpSpPr>
        <p:grpSpPr>
          <a:xfrm>
            <a:off x="213674" y="2946187"/>
            <a:ext cx="4806646" cy="2978622"/>
            <a:chOff x="368657" y="3005774"/>
            <a:chExt cx="4190927" cy="2978622"/>
          </a:xfrm>
        </p:grpSpPr>
        <p:sp>
          <p:nvSpPr>
            <p:cNvPr id="4" name="Shape 5">
              <a:extLst>
                <a:ext uri="{FF2B5EF4-FFF2-40B4-BE49-F238E27FC236}">
                  <a16:creationId xmlns:a16="http://schemas.microsoft.com/office/drawing/2014/main" id="{6652CFDD-7023-3F6E-5FA2-4E2DD059AEF7}"/>
                </a:ext>
              </a:extLst>
            </p:cNvPr>
            <p:cNvSpPr/>
            <p:nvPr/>
          </p:nvSpPr>
          <p:spPr>
            <a:xfrm>
              <a:off x="368657" y="3005774"/>
              <a:ext cx="1246499" cy="329129"/>
            </a:xfrm>
            <a:prstGeom prst="rect">
              <a:avLst/>
            </a:prstGeom>
            <a:solidFill>
              <a:srgbClr val="1F3864"/>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0" name="Text 6">
              <a:extLst>
                <a:ext uri="{FF2B5EF4-FFF2-40B4-BE49-F238E27FC236}">
                  <a16:creationId xmlns:a16="http://schemas.microsoft.com/office/drawing/2014/main" id="{8AFA3922-F6FE-1391-F4F4-B2C44AB89BB0}"/>
                </a:ext>
              </a:extLst>
            </p:cNvPr>
            <p:cNvSpPr txBox="1"/>
            <p:nvPr/>
          </p:nvSpPr>
          <p:spPr>
            <a:xfrm>
              <a:off x="412191" y="3005774"/>
              <a:ext cx="1121849" cy="329129"/>
            </a:xfrm>
            <a:prstGeom prst="rect">
              <a:avLst/>
            </a:prstGeom>
            <a:noFill/>
            <a:ln/>
          </p:spPr>
          <p:txBody>
            <a:bodyPr wrap="square" lIns="0" tIns="0" rIns="0" bIns="0" rtlCol="0" anchor="ctr"/>
            <a:lstStyle/>
            <a:p>
              <a:pPr marL="0" indent="0">
                <a:buNone/>
              </a:pPr>
              <a:r>
                <a:rPr lang="en-US" sz="1100" b="1">
                  <a:solidFill>
                    <a:srgbClr val="FFFFFF"/>
                  </a:solidFill>
                  <a:latin typeface="Arial" panose="020B0604020202020204" pitchFamily="34" charset="0"/>
                  <a:ea typeface="Aptos" pitchFamily="34" charset="-122"/>
                  <a:cs typeface="Arial" panose="020B0604020202020204" pitchFamily="34" charset="0"/>
                </a:rPr>
                <a:t>Device</a:t>
              </a:r>
              <a:endParaRPr lang="en-US" sz="1100">
                <a:latin typeface="Arial" panose="020B0604020202020204" pitchFamily="34" charset="0"/>
                <a:cs typeface="Arial" panose="020B0604020202020204" pitchFamily="34" charset="0"/>
              </a:endParaRPr>
            </a:p>
          </p:txBody>
        </p:sp>
        <p:sp>
          <p:nvSpPr>
            <p:cNvPr id="13" name="Shape 7">
              <a:extLst>
                <a:ext uri="{FF2B5EF4-FFF2-40B4-BE49-F238E27FC236}">
                  <a16:creationId xmlns:a16="http://schemas.microsoft.com/office/drawing/2014/main" id="{5C3A753F-4B0C-8CC7-93AE-E642DD23E4D4}"/>
                </a:ext>
              </a:extLst>
            </p:cNvPr>
            <p:cNvSpPr/>
            <p:nvPr/>
          </p:nvSpPr>
          <p:spPr>
            <a:xfrm>
              <a:off x="1615155" y="3005774"/>
              <a:ext cx="1586242" cy="329129"/>
            </a:xfrm>
            <a:prstGeom prst="rect">
              <a:avLst/>
            </a:prstGeom>
            <a:solidFill>
              <a:srgbClr val="1F3864"/>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43" name="Text 8">
              <a:extLst>
                <a:ext uri="{FF2B5EF4-FFF2-40B4-BE49-F238E27FC236}">
                  <a16:creationId xmlns:a16="http://schemas.microsoft.com/office/drawing/2014/main" id="{A4C6F88F-169D-13D9-BA48-0EC3167C1440}"/>
                </a:ext>
              </a:extLst>
            </p:cNvPr>
            <p:cNvSpPr txBox="1"/>
            <p:nvPr/>
          </p:nvSpPr>
          <p:spPr>
            <a:xfrm>
              <a:off x="1696270" y="3005774"/>
              <a:ext cx="1447099" cy="329129"/>
            </a:xfrm>
            <a:prstGeom prst="rect">
              <a:avLst/>
            </a:prstGeom>
            <a:noFill/>
            <a:ln/>
          </p:spPr>
          <p:txBody>
            <a:bodyPr wrap="square" lIns="0" tIns="0" rIns="0" bIns="0" rtlCol="0" anchor="ctr"/>
            <a:lstStyle/>
            <a:p>
              <a:pPr marL="0" indent="0">
                <a:buNone/>
              </a:pPr>
              <a:r>
                <a:rPr lang="en-US" sz="1100" b="1">
                  <a:solidFill>
                    <a:srgbClr val="FFFFFF"/>
                  </a:solidFill>
                  <a:latin typeface="Arial" panose="020B0604020202020204" pitchFamily="34" charset="0"/>
                  <a:ea typeface="Aptos" pitchFamily="34" charset="-122"/>
                  <a:cs typeface="Arial" panose="020B0604020202020204" pitchFamily="34" charset="0"/>
                </a:rPr>
                <a:t>SLDs (Non-Matter)</a:t>
              </a:r>
              <a:endParaRPr lang="en-US" sz="1100">
                <a:latin typeface="Arial" panose="020B0604020202020204" pitchFamily="34" charset="0"/>
                <a:cs typeface="Arial" panose="020B0604020202020204" pitchFamily="34" charset="0"/>
              </a:endParaRPr>
            </a:p>
          </p:txBody>
        </p:sp>
        <p:sp>
          <p:nvSpPr>
            <p:cNvPr id="150" name="Shape 9">
              <a:extLst>
                <a:ext uri="{FF2B5EF4-FFF2-40B4-BE49-F238E27FC236}">
                  <a16:creationId xmlns:a16="http://schemas.microsoft.com/office/drawing/2014/main" id="{20A679F8-DB45-6DFA-7732-E04F65D9D55D}"/>
                </a:ext>
              </a:extLst>
            </p:cNvPr>
            <p:cNvSpPr/>
            <p:nvPr/>
          </p:nvSpPr>
          <p:spPr>
            <a:xfrm>
              <a:off x="3143369" y="3005774"/>
              <a:ext cx="1416215" cy="329129"/>
            </a:xfrm>
            <a:prstGeom prst="rect">
              <a:avLst/>
            </a:prstGeom>
            <a:solidFill>
              <a:srgbClr val="1F3864"/>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55" name="Text 10">
              <a:extLst>
                <a:ext uri="{FF2B5EF4-FFF2-40B4-BE49-F238E27FC236}">
                  <a16:creationId xmlns:a16="http://schemas.microsoft.com/office/drawing/2014/main" id="{23E922AB-CABF-256D-41E9-75A5DDFCA379}"/>
                </a:ext>
              </a:extLst>
            </p:cNvPr>
            <p:cNvSpPr txBox="1"/>
            <p:nvPr/>
          </p:nvSpPr>
          <p:spPr>
            <a:xfrm>
              <a:off x="3217430" y="3005774"/>
              <a:ext cx="1293066" cy="329129"/>
            </a:xfrm>
            <a:prstGeom prst="rect">
              <a:avLst/>
            </a:prstGeom>
            <a:noFill/>
            <a:ln/>
          </p:spPr>
          <p:txBody>
            <a:bodyPr wrap="square" lIns="0" tIns="0" rIns="0" bIns="0" rtlCol="0" anchor="ctr"/>
            <a:lstStyle/>
            <a:p>
              <a:pPr marL="0" indent="0">
                <a:buNone/>
              </a:pPr>
              <a:r>
                <a:rPr lang="en-US" sz="1100" b="1">
                  <a:solidFill>
                    <a:srgbClr val="FFFFFF"/>
                  </a:solidFill>
                  <a:latin typeface="Arial" panose="020B0604020202020204" pitchFamily="34" charset="0"/>
                  <a:ea typeface="Aptos" pitchFamily="34" charset="-122"/>
                  <a:cs typeface="Arial" panose="020B0604020202020204" pitchFamily="34" charset="0"/>
                </a:rPr>
                <a:t>SLDs (Matter)</a:t>
              </a:r>
              <a:endParaRPr lang="en-US" sz="1100">
                <a:latin typeface="Arial" panose="020B0604020202020204" pitchFamily="34" charset="0"/>
                <a:cs typeface="Arial" panose="020B0604020202020204" pitchFamily="34" charset="0"/>
              </a:endParaRPr>
            </a:p>
          </p:txBody>
        </p:sp>
        <p:sp>
          <p:nvSpPr>
            <p:cNvPr id="157" name="Shape 11">
              <a:extLst>
                <a:ext uri="{FF2B5EF4-FFF2-40B4-BE49-F238E27FC236}">
                  <a16:creationId xmlns:a16="http://schemas.microsoft.com/office/drawing/2014/main" id="{AE3E2206-B74B-1C8A-4CE1-F3AE16C333A6}"/>
                </a:ext>
              </a:extLst>
            </p:cNvPr>
            <p:cNvSpPr/>
            <p:nvPr/>
          </p:nvSpPr>
          <p:spPr>
            <a:xfrm>
              <a:off x="368657" y="3334903"/>
              <a:ext cx="1246499"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59" name="Text 12">
              <a:extLst>
                <a:ext uri="{FF2B5EF4-FFF2-40B4-BE49-F238E27FC236}">
                  <a16:creationId xmlns:a16="http://schemas.microsoft.com/office/drawing/2014/main" id="{6B54699C-0A07-719D-A0D6-D7AFD2FEE198}"/>
                </a:ext>
              </a:extLst>
            </p:cNvPr>
            <p:cNvSpPr txBox="1"/>
            <p:nvPr/>
          </p:nvSpPr>
          <p:spPr>
            <a:xfrm>
              <a:off x="412191" y="3359588"/>
              <a:ext cx="112184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 Bulb</a:t>
              </a:r>
              <a:endParaRPr lang="en-US" sz="1100">
                <a:latin typeface="Arial" panose="020B0604020202020204" pitchFamily="34" charset="0"/>
                <a:cs typeface="Arial" panose="020B0604020202020204" pitchFamily="34" charset="0"/>
              </a:endParaRPr>
            </a:p>
          </p:txBody>
        </p:sp>
        <p:sp>
          <p:nvSpPr>
            <p:cNvPr id="161" name="Shape 13">
              <a:extLst>
                <a:ext uri="{FF2B5EF4-FFF2-40B4-BE49-F238E27FC236}">
                  <a16:creationId xmlns:a16="http://schemas.microsoft.com/office/drawing/2014/main" id="{EB11D235-052A-CFE8-F71A-1B07AAEF28F4}"/>
                </a:ext>
              </a:extLst>
            </p:cNvPr>
            <p:cNvSpPr/>
            <p:nvPr/>
          </p:nvSpPr>
          <p:spPr>
            <a:xfrm>
              <a:off x="1615155" y="3334903"/>
              <a:ext cx="1586242"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63" name="Text 14">
              <a:extLst>
                <a:ext uri="{FF2B5EF4-FFF2-40B4-BE49-F238E27FC236}">
                  <a16:creationId xmlns:a16="http://schemas.microsoft.com/office/drawing/2014/main" id="{A0D0B1E2-050F-5229-E961-9EB577E2F7A3}"/>
                </a:ext>
              </a:extLst>
            </p:cNvPr>
            <p:cNvSpPr txBox="1"/>
            <p:nvPr/>
          </p:nvSpPr>
          <p:spPr>
            <a:xfrm>
              <a:off x="1696270" y="3359588"/>
              <a:ext cx="144709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tplinkcloud.com</a:t>
              </a:r>
              <a:endParaRPr lang="en-US" sz="1100">
                <a:latin typeface="Arial" panose="020B0604020202020204" pitchFamily="34" charset="0"/>
                <a:cs typeface="Arial" panose="020B0604020202020204" pitchFamily="34" charset="0"/>
              </a:endParaRPr>
            </a:p>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tplinkra.com</a:t>
              </a:r>
              <a:endParaRPr lang="en-US" sz="1100">
                <a:latin typeface="Arial" panose="020B0604020202020204" pitchFamily="34" charset="0"/>
                <a:cs typeface="Arial" panose="020B0604020202020204" pitchFamily="34" charset="0"/>
              </a:endParaRPr>
            </a:p>
          </p:txBody>
        </p:sp>
        <p:sp>
          <p:nvSpPr>
            <p:cNvPr id="165" name="Shape 15">
              <a:extLst>
                <a:ext uri="{FF2B5EF4-FFF2-40B4-BE49-F238E27FC236}">
                  <a16:creationId xmlns:a16="http://schemas.microsoft.com/office/drawing/2014/main" id="{3F78AF9A-E3D1-B9A8-399D-446D97030FFC}"/>
                </a:ext>
              </a:extLst>
            </p:cNvPr>
            <p:cNvSpPr/>
            <p:nvPr/>
          </p:nvSpPr>
          <p:spPr>
            <a:xfrm>
              <a:off x="3143369" y="3334903"/>
              <a:ext cx="1416215"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67" name="Text 16">
              <a:extLst>
                <a:ext uri="{FF2B5EF4-FFF2-40B4-BE49-F238E27FC236}">
                  <a16:creationId xmlns:a16="http://schemas.microsoft.com/office/drawing/2014/main" id="{3ACE2E06-4BAA-AF64-06DE-C702C3120649}"/>
                </a:ext>
              </a:extLst>
            </p:cNvPr>
            <p:cNvSpPr txBox="1"/>
            <p:nvPr/>
          </p:nvSpPr>
          <p:spPr>
            <a:xfrm>
              <a:off x="3217430" y="3359588"/>
              <a:ext cx="1293066"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tplinknbu.com</a:t>
              </a:r>
              <a:endParaRPr lang="en-US" sz="1100">
                <a:latin typeface="Arial" panose="020B0604020202020204" pitchFamily="34" charset="0"/>
                <a:cs typeface="Arial" panose="020B0604020202020204" pitchFamily="34" charset="0"/>
              </a:endParaRPr>
            </a:p>
          </p:txBody>
        </p:sp>
        <p:sp>
          <p:nvSpPr>
            <p:cNvPr id="169" name="Shape 17">
              <a:extLst>
                <a:ext uri="{FF2B5EF4-FFF2-40B4-BE49-F238E27FC236}">
                  <a16:creationId xmlns:a16="http://schemas.microsoft.com/office/drawing/2014/main" id="{ECE878A0-8BA2-BDC7-6207-627B82F2FB6F}"/>
                </a:ext>
              </a:extLst>
            </p:cNvPr>
            <p:cNvSpPr/>
            <p:nvPr/>
          </p:nvSpPr>
          <p:spPr>
            <a:xfrm>
              <a:off x="368657" y="3779228"/>
              <a:ext cx="1246499"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71" name="Text 18">
              <a:extLst>
                <a:ext uri="{FF2B5EF4-FFF2-40B4-BE49-F238E27FC236}">
                  <a16:creationId xmlns:a16="http://schemas.microsoft.com/office/drawing/2014/main" id="{C8FCA9BD-9763-E638-28CD-989D3B7028B9}"/>
                </a:ext>
              </a:extLst>
            </p:cNvPr>
            <p:cNvSpPr txBox="1"/>
            <p:nvPr/>
          </p:nvSpPr>
          <p:spPr>
            <a:xfrm>
              <a:off x="412191" y="3803913"/>
              <a:ext cx="112184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Sengled Bulb</a:t>
              </a:r>
              <a:endParaRPr lang="en-US" sz="1100">
                <a:latin typeface="Arial" panose="020B0604020202020204" pitchFamily="34" charset="0"/>
                <a:cs typeface="Arial" panose="020B0604020202020204" pitchFamily="34" charset="0"/>
              </a:endParaRPr>
            </a:p>
          </p:txBody>
        </p:sp>
        <p:sp>
          <p:nvSpPr>
            <p:cNvPr id="173" name="Shape 19">
              <a:extLst>
                <a:ext uri="{FF2B5EF4-FFF2-40B4-BE49-F238E27FC236}">
                  <a16:creationId xmlns:a16="http://schemas.microsoft.com/office/drawing/2014/main" id="{C051AEB5-B521-A796-4615-594DA4DD8973}"/>
                </a:ext>
              </a:extLst>
            </p:cNvPr>
            <p:cNvSpPr/>
            <p:nvPr/>
          </p:nvSpPr>
          <p:spPr>
            <a:xfrm>
              <a:off x="1615155" y="3779228"/>
              <a:ext cx="1586242"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75" name="Text 20">
              <a:extLst>
                <a:ext uri="{FF2B5EF4-FFF2-40B4-BE49-F238E27FC236}">
                  <a16:creationId xmlns:a16="http://schemas.microsoft.com/office/drawing/2014/main" id="{47677599-751C-9A06-D884-13B6A022664F}"/>
                </a:ext>
              </a:extLst>
            </p:cNvPr>
            <p:cNvSpPr txBox="1"/>
            <p:nvPr/>
          </p:nvSpPr>
          <p:spPr>
            <a:xfrm>
              <a:off x="1696270" y="3803913"/>
              <a:ext cx="144709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sengled.com</a:t>
              </a:r>
              <a:endParaRPr lang="en-US" sz="1100">
                <a:latin typeface="Arial" panose="020B0604020202020204" pitchFamily="34" charset="0"/>
                <a:cs typeface="Arial" panose="020B0604020202020204" pitchFamily="34" charset="0"/>
              </a:endParaRPr>
            </a:p>
          </p:txBody>
        </p:sp>
        <p:sp>
          <p:nvSpPr>
            <p:cNvPr id="177" name="Shape 21">
              <a:extLst>
                <a:ext uri="{FF2B5EF4-FFF2-40B4-BE49-F238E27FC236}">
                  <a16:creationId xmlns:a16="http://schemas.microsoft.com/office/drawing/2014/main" id="{E01CC26F-1183-594C-FC0D-DEA25E24415D}"/>
                </a:ext>
              </a:extLst>
            </p:cNvPr>
            <p:cNvSpPr/>
            <p:nvPr/>
          </p:nvSpPr>
          <p:spPr>
            <a:xfrm>
              <a:off x="3143369" y="3779228"/>
              <a:ext cx="1416215"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79" name="Text 22">
              <a:extLst>
                <a:ext uri="{FF2B5EF4-FFF2-40B4-BE49-F238E27FC236}">
                  <a16:creationId xmlns:a16="http://schemas.microsoft.com/office/drawing/2014/main" id="{2D63FCB1-7F71-5B6A-6356-18F96DCC545F}"/>
                </a:ext>
              </a:extLst>
            </p:cNvPr>
            <p:cNvSpPr txBox="1"/>
            <p:nvPr/>
          </p:nvSpPr>
          <p:spPr>
            <a:xfrm>
              <a:off x="3217430" y="3803913"/>
              <a:ext cx="1293066" cy="279760"/>
            </a:xfrm>
            <a:prstGeom prst="rect">
              <a:avLst/>
            </a:prstGeom>
            <a:noFill/>
            <a:ln/>
          </p:spPr>
          <p:txBody>
            <a:bodyPr wrap="square" lIns="0" tIns="0" rIns="0" bIns="0" rtlCol="0" anchor="ctr"/>
            <a:lstStyle/>
            <a:p>
              <a:pPr marL="0" indent="0">
                <a:buNone/>
              </a:pPr>
              <a:r>
                <a:rPr lang="en-US" sz="1100" b="1">
                  <a:latin typeface="Arial" panose="020B0604020202020204" pitchFamily="34" charset="0"/>
                  <a:ea typeface="Aptos" pitchFamily="34" charset="-122"/>
                  <a:cs typeface="Arial" panose="020B0604020202020204" pitchFamily="34" charset="0"/>
                </a:rPr>
                <a:t>amazon.com</a:t>
              </a:r>
              <a:endParaRPr lang="en-US" sz="1100">
                <a:latin typeface="Arial" panose="020B0604020202020204" pitchFamily="34" charset="0"/>
                <a:cs typeface="Arial" panose="020B0604020202020204" pitchFamily="34" charset="0"/>
              </a:endParaRPr>
            </a:p>
            <a:p>
              <a:pPr marL="0" indent="0">
                <a:buNone/>
              </a:pPr>
              <a:r>
                <a:rPr lang="en-US" sz="1100" b="1">
                  <a:latin typeface="Arial" panose="020B0604020202020204" pitchFamily="34" charset="0"/>
                  <a:ea typeface="Aptos" pitchFamily="34" charset="-122"/>
                  <a:cs typeface="Arial" panose="020B0604020202020204" pitchFamily="34" charset="0"/>
                </a:rPr>
                <a:t>amazonaws.com</a:t>
              </a:r>
              <a:endParaRPr lang="en-US" sz="1100">
                <a:latin typeface="Arial" panose="020B0604020202020204" pitchFamily="34" charset="0"/>
                <a:cs typeface="Arial" panose="020B0604020202020204" pitchFamily="34" charset="0"/>
              </a:endParaRPr>
            </a:p>
          </p:txBody>
        </p:sp>
        <p:sp>
          <p:nvSpPr>
            <p:cNvPr id="181" name="Shape 23">
              <a:extLst>
                <a:ext uri="{FF2B5EF4-FFF2-40B4-BE49-F238E27FC236}">
                  <a16:creationId xmlns:a16="http://schemas.microsoft.com/office/drawing/2014/main" id="{EAC65DA3-695F-0B95-9FC2-DF4431041852}"/>
                </a:ext>
              </a:extLst>
            </p:cNvPr>
            <p:cNvSpPr/>
            <p:nvPr/>
          </p:nvSpPr>
          <p:spPr>
            <a:xfrm>
              <a:off x="368657" y="4108358"/>
              <a:ext cx="1246499"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83" name="Text 24">
              <a:extLst>
                <a:ext uri="{FF2B5EF4-FFF2-40B4-BE49-F238E27FC236}">
                  <a16:creationId xmlns:a16="http://schemas.microsoft.com/office/drawing/2014/main" id="{68C85843-CA1C-EF5D-76BA-18AE056AC607}"/>
                </a:ext>
              </a:extLst>
            </p:cNvPr>
            <p:cNvSpPr txBox="1"/>
            <p:nvPr/>
          </p:nvSpPr>
          <p:spPr>
            <a:xfrm>
              <a:off x="412191" y="4133042"/>
              <a:ext cx="112184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 Plug</a:t>
              </a:r>
              <a:endParaRPr lang="en-US" sz="1100">
                <a:latin typeface="Arial" panose="020B0604020202020204" pitchFamily="34" charset="0"/>
                <a:cs typeface="Arial" panose="020B0604020202020204" pitchFamily="34" charset="0"/>
              </a:endParaRPr>
            </a:p>
          </p:txBody>
        </p:sp>
        <p:sp>
          <p:nvSpPr>
            <p:cNvPr id="185" name="Shape 25">
              <a:extLst>
                <a:ext uri="{FF2B5EF4-FFF2-40B4-BE49-F238E27FC236}">
                  <a16:creationId xmlns:a16="http://schemas.microsoft.com/office/drawing/2014/main" id="{22B275CA-4CFC-459A-76AB-5FEC460434B5}"/>
                </a:ext>
              </a:extLst>
            </p:cNvPr>
            <p:cNvSpPr/>
            <p:nvPr/>
          </p:nvSpPr>
          <p:spPr>
            <a:xfrm>
              <a:off x="1615155" y="4108358"/>
              <a:ext cx="1586242"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87" name="Text 26">
              <a:extLst>
                <a:ext uri="{FF2B5EF4-FFF2-40B4-BE49-F238E27FC236}">
                  <a16:creationId xmlns:a16="http://schemas.microsoft.com/office/drawing/2014/main" id="{E2F8A27B-166D-F173-858A-558B1B86128A}"/>
                </a:ext>
              </a:extLst>
            </p:cNvPr>
            <p:cNvSpPr txBox="1"/>
            <p:nvPr/>
          </p:nvSpPr>
          <p:spPr>
            <a:xfrm>
              <a:off x="1696270" y="4133042"/>
              <a:ext cx="144709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tplinkcloud.com</a:t>
              </a:r>
              <a:endParaRPr lang="en-US" sz="1100">
                <a:latin typeface="Arial" panose="020B0604020202020204" pitchFamily="34" charset="0"/>
                <a:cs typeface="Arial" panose="020B0604020202020204" pitchFamily="34" charset="0"/>
              </a:endParaRPr>
            </a:p>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tplinkra.com</a:t>
              </a:r>
              <a:endParaRPr lang="en-US" sz="1100">
                <a:latin typeface="Arial" panose="020B0604020202020204" pitchFamily="34" charset="0"/>
                <a:cs typeface="Arial" panose="020B0604020202020204" pitchFamily="34" charset="0"/>
              </a:endParaRPr>
            </a:p>
          </p:txBody>
        </p:sp>
        <p:sp>
          <p:nvSpPr>
            <p:cNvPr id="189" name="Shape 27">
              <a:extLst>
                <a:ext uri="{FF2B5EF4-FFF2-40B4-BE49-F238E27FC236}">
                  <a16:creationId xmlns:a16="http://schemas.microsoft.com/office/drawing/2014/main" id="{30178B73-F8C7-F38C-841E-8B4A3988A295}"/>
                </a:ext>
              </a:extLst>
            </p:cNvPr>
            <p:cNvSpPr/>
            <p:nvPr/>
          </p:nvSpPr>
          <p:spPr>
            <a:xfrm>
              <a:off x="3143369" y="4108358"/>
              <a:ext cx="1416215"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91" name="Text 28">
              <a:extLst>
                <a:ext uri="{FF2B5EF4-FFF2-40B4-BE49-F238E27FC236}">
                  <a16:creationId xmlns:a16="http://schemas.microsoft.com/office/drawing/2014/main" id="{91EFD8C6-0575-4D95-5A80-19459E276D49}"/>
                </a:ext>
              </a:extLst>
            </p:cNvPr>
            <p:cNvSpPr txBox="1"/>
            <p:nvPr/>
          </p:nvSpPr>
          <p:spPr>
            <a:xfrm>
              <a:off x="3217430" y="4133042"/>
              <a:ext cx="1293066"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tplinknbu.com</a:t>
              </a:r>
              <a:endParaRPr lang="en-US" sz="1100">
                <a:latin typeface="Arial" panose="020B0604020202020204" pitchFamily="34" charset="0"/>
                <a:cs typeface="Arial" panose="020B0604020202020204" pitchFamily="34" charset="0"/>
              </a:endParaRPr>
            </a:p>
          </p:txBody>
        </p:sp>
        <p:sp>
          <p:nvSpPr>
            <p:cNvPr id="193" name="Shape 29">
              <a:extLst>
                <a:ext uri="{FF2B5EF4-FFF2-40B4-BE49-F238E27FC236}">
                  <a16:creationId xmlns:a16="http://schemas.microsoft.com/office/drawing/2014/main" id="{A39930BB-D8A7-6927-E5C4-E490C6489680}"/>
                </a:ext>
              </a:extLst>
            </p:cNvPr>
            <p:cNvSpPr/>
            <p:nvPr/>
          </p:nvSpPr>
          <p:spPr>
            <a:xfrm>
              <a:off x="368657" y="4552682"/>
              <a:ext cx="1246499"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95" name="Text 30">
              <a:extLst>
                <a:ext uri="{FF2B5EF4-FFF2-40B4-BE49-F238E27FC236}">
                  <a16:creationId xmlns:a16="http://schemas.microsoft.com/office/drawing/2014/main" id="{AEA7F08E-B8C7-A16D-881F-86D2B02565F2}"/>
                </a:ext>
              </a:extLst>
            </p:cNvPr>
            <p:cNvSpPr txBox="1"/>
            <p:nvPr/>
          </p:nvSpPr>
          <p:spPr>
            <a:xfrm>
              <a:off x="412191" y="4577367"/>
              <a:ext cx="112184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Meross Plug</a:t>
              </a:r>
              <a:endParaRPr lang="en-US" sz="1100">
                <a:latin typeface="Arial" panose="020B0604020202020204" pitchFamily="34" charset="0"/>
                <a:cs typeface="Arial" panose="020B0604020202020204" pitchFamily="34" charset="0"/>
              </a:endParaRPr>
            </a:p>
          </p:txBody>
        </p:sp>
        <p:sp>
          <p:nvSpPr>
            <p:cNvPr id="197" name="Shape 31">
              <a:extLst>
                <a:ext uri="{FF2B5EF4-FFF2-40B4-BE49-F238E27FC236}">
                  <a16:creationId xmlns:a16="http://schemas.microsoft.com/office/drawing/2014/main" id="{6C5A163C-36E2-0D69-0981-A7C5AE4E7873}"/>
                </a:ext>
              </a:extLst>
            </p:cNvPr>
            <p:cNvSpPr/>
            <p:nvPr/>
          </p:nvSpPr>
          <p:spPr>
            <a:xfrm>
              <a:off x="1615155" y="4552682"/>
              <a:ext cx="1586242"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199" name="Text 32">
              <a:extLst>
                <a:ext uri="{FF2B5EF4-FFF2-40B4-BE49-F238E27FC236}">
                  <a16:creationId xmlns:a16="http://schemas.microsoft.com/office/drawing/2014/main" id="{9FD71E6D-8267-B710-477F-36DEB1DEAB92}"/>
                </a:ext>
              </a:extLst>
            </p:cNvPr>
            <p:cNvSpPr txBox="1"/>
            <p:nvPr/>
          </p:nvSpPr>
          <p:spPr>
            <a:xfrm>
              <a:off x="1696270" y="4577367"/>
              <a:ext cx="144709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meross.com</a:t>
              </a:r>
              <a:endParaRPr lang="en-US" sz="1100">
                <a:latin typeface="Arial" panose="020B0604020202020204" pitchFamily="34" charset="0"/>
                <a:cs typeface="Arial" panose="020B0604020202020204" pitchFamily="34" charset="0"/>
              </a:endParaRPr>
            </a:p>
          </p:txBody>
        </p:sp>
        <p:sp>
          <p:nvSpPr>
            <p:cNvPr id="201" name="Shape 33">
              <a:extLst>
                <a:ext uri="{FF2B5EF4-FFF2-40B4-BE49-F238E27FC236}">
                  <a16:creationId xmlns:a16="http://schemas.microsoft.com/office/drawing/2014/main" id="{5736445F-53D3-DA86-023B-3D4268988CBE}"/>
                </a:ext>
              </a:extLst>
            </p:cNvPr>
            <p:cNvSpPr/>
            <p:nvPr/>
          </p:nvSpPr>
          <p:spPr>
            <a:xfrm>
              <a:off x="3143369" y="4552682"/>
              <a:ext cx="1416215"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03" name="Text 34">
              <a:extLst>
                <a:ext uri="{FF2B5EF4-FFF2-40B4-BE49-F238E27FC236}">
                  <a16:creationId xmlns:a16="http://schemas.microsoft.com/office/drawing/2014/main" id="{EDF55FDA-604B-5515-15E9-60E1248D14B9}"/>
                </a:ext>
              </a:extLst>
            </p:cNvPr>
            <p:cNvSpPr txBox="1"/>
            <p:nvPr/>
          </p:nvSpPr>
          <p:spPr>
            <a:xfrm>
              <a:off x="3217430" y="4577367"/>
              <a:ext cx="1293066"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meross.com</a:t>
              </a:r>
              <a:endParaRPr lang="en-US" sz="1100">
                <a:latin typeface="Arial" panose="020B0604020202020204" pitchFamily="34" charset="0"/>
                <a:cs typeface="Arial" panose="020B0604020202020204" pitchFamily="34" charset="0"/>
              </a:endParaRPr>
            </a:p>
          </p:txBody>
        </p:sp>
        <p:sp>
          <p:nvSpPr>
            <p:cNvPr id="205" name="Shape 35">
              <a:extLst>
                <a:ext uri="{FF2B5EF4-FFF2-40B4-BE49-F238E27FC236}">
                  <a16:creationId xmlns:a16="http://schemas.microsoft.com/office/drawing/2014/main" id="{8F7ED405-B71D-CE17-A92F-F61EFA3DC007}"/>
                </a:ext>
              </a:extLst>
            </p:cNvPr>
            <p:cNvSpPr/>
            <p:nvPr/>
          </p:nvSpPr>
          <p:spPr>
            <a:xfrm>
              <a:off x="368657" y="4881812"/>
              <a:ext cx="1246499" cy="329129"/>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07" name="Text 36">
              <a:extLst>
                <a:ext uri="{FF2B5EF4-FFF2-40B4-BE49-F238E27FC236}">
                  <a16:creationId xmlns:a16="http://schemas.microsoft.com/office/drawing/2014/main" id="{8938D0C3-1EB8-E20B-22CE-8EB6823FA78F}"/>
                </a:ext>
              </a:extLst>
            </p:cNvPr>
            <p:cNvSpPr txBox="1"/>
            <p:nvPr/>
          </p:nvSpPr>
          <p:spPr>
            <a:xfrm>
              <a:off x="412191" y="4906496"/>
              <a:ext cx="112184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Tapo Plug</a:t>
              </a:r>
              <a:endParaRPr lang="en-US" sz="1100">
                <a:latin typeface="Arial" panose="020B0604020202020204" pitchFamily="34" charset="0"/>
                <a:cs typeface="Arial" panose="020B0604020202020204" pitchFamily="34" charset="0"/>
              </a:endParaRPr>
            </a:p>
          </p:txBody>
        </p:sp>
        <p:sp>
          <p:nvSpPr>
            <p:cNvPr id="209" name="Shape 37">
              <a:extLst>
                <a:ext uri="{FF2B5EF4-FFF2-40B4-BE49-F238E27FC236}">
                  <a16:creationId xmlns:a16="http://schemas.microsoft.com/office/drawing/2014/main" id="{4FA86F0A-429E-F583-BD88-D42D75E28884}"/>
                </a:ext>
              </a:extLst>
            </p:cNvPr>
            <p:cNvSpPr/>
            <p:nvPr/>
          </p:nvSpPr>
          <p:spPr>
            <a:xfrm>
              <a:off x="1615155" y="4881812"/>
              <a:ext cx="1586242" cy="329129"/>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11" name="Text 38">
              <a:extLst>
                <a:ext uri="{FF2B5EF4-FFF2-40B4-BE49-F238E27FC236}">
                  <a16:creationId xmlns:a16="http://schemas.microsoft.com/office/drawing/2014/main" id="{51199172-D2AE-2EBF-0511-B13BB5BE1AAE}"/>
                </a:ext>
              </a:extLst>
            </p:cNvPr>
            <p:cNvSpPr txBox="1"/>
            <p:nvPr/>
          </p:nvSpPr>
          <p:spPr>
            <a:xfrm>
              <a:off x="1696270" y="4906496"/>
              <a:ext cx="144709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tplinkcloud.com</a:t>
              </a:r>
              <a:endParaRPr lang="en-US" sz="1100">
                <a:latin typeface="Arial" panose="020B0604020202020204" pitchFamily="34" charset="0"/>
                <a:cs typeface="Arial" panose="020B0604020202020204" pitchFamily="34" charset="0"/>
              </a:endParaRPr>
            </a:p>
          </p:txBody>
        </p:sp>
        <p:sp>
          <p:nvSpPr>
            <p:cNvPr id="213" name="Shape 39">
              <a:extLst>
                <a:ext uri="{FF2B5EF4-FFF2-40B4-BE49-F238E27FC236}">
                  <a16:creationId xmlns:a16="http://schemas.microsoft.com/office/drawing/2014/main" id="{1D459685-4108-9F56-6D1D-38F66A6B755D}"/>
                </a:ext>
              </a:extLst>
            </p:cNvPr>
            <p:cNvSpPr/>
            <p:nvPr/>
          </p:nvSpPr>
          <p:spPr>
            <a:xfrm>
              <a:off x="3143369" y="4881812"/>
              <a:ext cx="1416215" cy="329129"/>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15" name="Text 40">
              <a:extLst>
                <a:ext uri="{FF2B5EF4-FFF2-40B4-BE49-F238E27FC236}">
                  <a16:creationId xmlns:a16="http://schemas.microsoft.com/office/drawing/2014/main" id="{17BEBE36-58BE-6A48-0177-701CD0E0CF7F}"/>
                </a:ext>
              </a:extLst>
            </p:cNvPr>
            <p:cNvSpPr txBox="1"/>
            <p:nvPr/>
          </p:nvSpPr>
          <p:spPr>
            <a:xfrm>
              <a:off x="3217430" y="4906496"/>
              <a:ext cx="1293066"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tplinknbu.com</a:t>
              </a:r>
              <a:endParaRPr lang="en-US" sz="1100">
                <a:latin typeface="Arial" panose="020B0604020202020204" pitchFamily="34" charset="0"/>
                <a:cs typeface="Arial" panose="020B0604020202020204" pitchFamily="34" charset="0"/>
              </a:endParaRPr>
            </a:p>
          </p:txBody>
        </p:sp>
        <p:sp>
          <p:nvSpPr>
            <p:cNvPr id="217" name="Shape 41">
              <a:extLst>
                <a:ext uri="{FF2B5EF4-FFF2-40B4-BE49-F238E27FC236}">
                  <a16:creationId xmlns:a16="http://schemas.microsoft.com/office/drawing/2014/main" id="{3B73A4E4-7EFB-C34F-CCE7-981D772AB85A}"/>
                </a:ext>
              </a:extLst>
            </p:cNvPr>
            <p:cNvSpPr/>
            <p:nvPr/>
          </p:nvSpPr>
          <p:spPr>
            <a:xfrm>
              <a:off x="368657" y="5210941"/>
              <a:ext cx="1246499"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19" name="Text 42">
              <a:extLst>
                <a:ext uri="{FF2B5EF4-FFF2-40B4-BE49-F238E27FC236}">
                  <a16:creationId xmlns:a16="http://schemas.microsoft.com/office/drawing/2014/main" id="{81175777-0855-31C4-6087-EF904939AF84}"/>
                </a:ext>
              </a:extLst>
            </p:cNvPr>
            <p:cNvSpPr txBox="1"/>
            <p:nvPr/>
          </p:nvSpPr>
          <p:spPr>
            <a:xfrm>
              <a:off x="412191" y="5235626"/>
              <a:ext cx="112184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Tuya Plug</a:t>
              </a:r>
              <a:endParaRPr lang="en-US" sz="1100">
                <a:latin typeface="Arial" panose="020B0604020202020204" pitchFamily="34" charset="0"/>
                <a:cs typeface="Arial" panose="020B0604020202020204" pitchFamily="34" charset="0"/>
              </a:endParaRPr>
            </a:p>
          </p:txBody>
        </p:sp>
        <p:sp>
          <p:nvSpPr>
            <p:cNvPr id="221" name="Shape 43">
              <a:extLst>
                <a:ext uri="{FF2B5EF4-FFF2-40B4-BE49-F238E27FC236}">
                  <a16:creationId xmlns:a16="http://schemas.microsoft.com/office/drawing/2014/main" id="{E09D5EA4-24C2-F58C-1B53-B008C4D449E6}"/>
                </a:ext>
              </a:extLst>
            </p:cNvPr>
            <p:cNvSpPr/>
            <p:nvPr/>
          </p:nvSpPr>
          <p:spPr>
            <a:xfrm>
              <a:off x="1615155" y="5210941"/>
              <a:ext cx="1586242"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23" name="Text 44">
              <a:extLst>
                <a:ext uri="{FF2B5EF4-FFF2-40B4-BE49-F238E27FC236}">
                  <a16:creationId xmlns:a16="http://schemas.microsoft.com/office/drawing/2014/main" id="{6B707402-AB88-8FED-1C0F-F665C6222F05}"/>
                </a:ext>
              </a:extLst>
            </p:cNvPr>
            <p:cNvSpPr txBox="1"/>
            <p:nvPr/>
          </p:nvSpPr>
          <p:spPr>
            <a:xfrm>
              <a:off x="1696270" y="5235626"/>
              <a:ext cx="1447099" cy="279760"/>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tuyaus.com</a:t>
              </a:r>
              <a:endParaRPr lang="en-US" sz="1100">
                <a:latin typeface="Arial" panose="020B0604020202020204" pitchFamily="34" charset="0"/>
                <a:cs typeface="Arial" panose="020B0604020202020204" pitchFamily="34" charset="0"/>
              </a:endParaRPr>
            </a:p>
          </p:txBody>
        </p:sp>
        <p:sp>
          <p:nvSpPr>
            <p:cNvPr id="225" name="Shape 45">
              <a:extLst>
                <a:ext uri="{FF2B5EF4-FFF2-40B4-BE49-F238E27FC236}">
                  <a16:creationId xmlns:a16="http://schemas.microsoft.com/office/drawing/2014/main" id="{740AD78A-957E-C92D-4203-894E25FE3AC5}"/>
                </a:ext>
              </a:extLst>
            </p:cNvPr>
            <p:cNvSpPr/>
            <p:nvPr/>
          </p:nvSpPr>
          <p:spPr>
            <a:xfrm>
              <a:off x="3143369" y="5210941"/>
              <a:ext cx="1416215" cy="329129"/>
            </a:xfrm>
            <a:prstGeom prst="rect">
              <a:avLst/>
            </a:prstGeom>
            <a:solidFill>
              <a:srgbClr val="FFFFFF"/>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27" name="Text 46">
              <a:extLst>
                <a:ext uri="{FF2B5EF4-FFF2-40B4-BE49-F238E27FC236}">
                  <a16:creationId xmlns:a16="http://schemas.microsoft.com/office/drawing/2014/main" id="{7BCF5F5A-16A0-8BB9-3118-73338B81E34C}"/>
                </a:ext>
              </a:extLst>
            </p:cNvPr>
            <p:cNvSpPr txBox="1"/>
            <p:nvPr/>
          </p:nvSpPr>
          <p:spPr>
            <a:xfrm>
              <a:off x="3217430" y="5235626"/>
              <a:ext cx="1293066" cy="279760"/>
            </a:xfrm>
            <a:prstGeom prst="rect">
              <a:avLst/>
            </a:prstGeom>
            <a:noFill/>
            <a:ln/>
          </p:spPr>
          <p:txBody>
            <a:bodyPr wrap="square" lIns="0" tIns="0" rIns="0" bIns="0" rtlCol="0" anchor="ctr"/>
            <a:lstStyle/>
            <a:p>
              <a:pPr marL="0" indent="0">
                <a:buNone/>
              </a:pPr>
              <a:r>
                <a:rPr lang="en-US" sz="1100">
                  <a:latin typeface="Arial" panose="020B0604020202020204" pitchFamily="34" charset="0"/>
                  <a:ea typeface="Aptos" pitchFamily="34" charset="-122"/>
                  <a:cs typeface="Arial" panose="020B0604020202020204" pitchFamily="34" charset="0"/>
                </a:rPr>
                <a:t>N/A</a:t>
              </a:r>
              <a:endParaRPr lang="en-US" sz="1100">
                <a:latin typeface="Arial" panose="020B0604020202020204" pitchFamily="34" charset="0"/>
                <a:cs typeface="Arial" panose="020B0604020202020204" pitchFamily="34" charset="0"/>
              </a:endParaRPr>
            </a:p>
          </p:txBody>
        </p:sp>
        <p:sp>
          <p:nvSpPr>
            <p:cNvPr id="229" name="Shape 47">
              <a:extLst>
                <a:ext uri="{FF2B5EF4-FFF2-40B4-BE49-F238E27FC236}">
                  <a16:creationId xmlns:a16="http://schemas.microsoft.com/office/drawing/2014/main" id="{BA7F6401-992B-A81F-05EE-5768B6264351}"/>
                </a:ext>
              </a:extLst>
            </p:cNvPr>
            <p:cNvSpPr/>
            <p:nvPr/>
          </p:nvSpPr>
          <p:spPr>
            <a:xfrm>
              <a:off x="368657" y="5540071"/>
              <a:ext cx="1246499"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31" name="Text 48">
              <a:extLst>
                <a:ext uri="{FF2B5EF4-FFF2-40B4-BE49-F238E27FC236}">
                  <a16:creationId xmlns:a16="http://schemas.microsoft.com/office/drawing/2014/main" id="{0C420493-C274-FBBE-0E59-449531C8BFD0}"/>
                </a:ext>
              </a:extLst>
            </p:cNvPr>
            <p:cNvSpPr txBox="1"/>
            <p:nvPr/>
          </p:nvSpPr>
          <p:spPr>
            <a:xfrm>
              <a:off x="412191" y="5564755"/>
              <a:ext cx="112184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Govee Strip</a:t>
              </a:r>
              <a:endParaRPr lang="en-US" sz="1100">
                <a:latin typeface="Arial" panose="020B0604020202020204" pitchFamily="34" charset="0"/>
                <a:cs typeface="Arial" panose="020B0604020202020204" pitchFamily="34" charset="0"/>
              </a:endParaRPr>
            </a:p>
          </p:txBody>
        </p:sp>
        <p:sp>
          <p:nvSpPr>
            <p:cNvPr id="233" name="Shape 49">
              <a:extLst>
                <a:ext uri="{FF2B5EF4-FFF2-40B4-BE49-F238E27FC236}">
                  <a16:creationId xmlns:a16="http://schemas.microsoft.com/office/drawing/2014/main" id="{C2191173-D7D3-6FD5-B3C5-6FA22986CC28}"/>
                </a:ext>
              </a:extLst>
            </p:cNvPr>
            <p:cNvSpPr/>
            <p:nvPr/>
          </p:nvSpPr>
          <p:spPr>
            <a:xfrm>
              <a:off x="1615155" y="5540071"/>
              <a:ext cx="1586242"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35" name="Text 50">
              <a:extLst>
                <a:ext uri="{FF2B5EF4-FFF2-40B4-BE49-F238E27FC236}">
                  <a16:creationId xmlns:a16="http://schemas.microsoft.com/office/drawing/2014/main" id="{3319D499-3CC9-D5A5-A81C-2787C191B69A}"/>
                </a:ext>
              </a:extLst>
            </p:cNvPr>
            <p:cNvSpPr txBox="1"/>
            <p:nvPr/>
          </p:nvSpPr>
          <p:spPr>
            <a:xfrm>
              <a:off x="1696270" y="5564755"/>
              <a:ext cx="1447099"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amazonaws.com</a:t>
              </a:r>
              <a:endParaRPr lang="en-US" sz="1100">
                <a:latin typeface="Arial" panose="020B0604020202020204" pitchFamily="34" charset="0"/>
                <a:cs typeface="Arial" panose="020B0604020202020204" pitchFamily="34" charset="0"/>
              </a:endParaRPr>
            </a:p>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govee.com</a:t>
              </a:r>
              <a:endParaRPr lang="en-US" sz="1100">
                <a:latin typeface="Arial" panose="020B0604020202020204" pitchFamily="34" charset="0"/>
                <a:cs typeface="Arial" panose="020B0604020202020204" pitchFamily="34" charset="0"/>
              </a:endParaRPr>
            </a:p>
          </p:txBody>
        </p:sp>
        <p:sp>
          <p:nvSpPr>
            <p:cNvPr id="237" name="Shape 51">
              <a:extLst>
                <a:ext uri="{FF2B5EF4-FFF2-40B4-BE49-F238E27FC236}">
                  <a16:creationId xmlns:a16="http://schemas.microsoft.com/office/drawing/2014/main" id="{E9E31502-1B77-6317-0E24-711F953F705D}"/>
                </a:ext>
              </a:extLst>
            </p:cNvPr>
            <p:cNvSpPr/>
            <p:nvPr/>
          </p:nvSpPr>
          <p:spPr>
            <a:xfrm>
              <a:off x="3143369" y="5540071"/>
              <a:ext cx="1416215" cy="444325"/>
            </a:xfrm>
            <a:prstGeom prst="rect">
              <a:avLst/>
            </a:prstGeom>
            <a:solidFill>
              <a:srgbClr val="D6E4F2"/>
            </a:solidFill>
            <a:ln w="12700">
              <a:solidFill>
                <a:srgbClr val="DDDDDD"/>
              </a:solidFill>
              <a:prstDash val="solid"/>
            </a:ln>
          </p:spPr>
          <p:txBody>
            <a:bodyPr/>
            <a:lstStyle/>
            <a:p>
              <a:endParaRPr lang="en-US" sz="1100">
                <a:latin typeface="Arial" panose="020B0604020202020204" pitchFamily="34" charset="0"/>
                <a:cs typeface="Arial" panose="020B0604020202020204" pitchFamily="34" charset="0"/>
              </a:endParaRPr>
            </a:p>
          </p:txBody>
        </p:sp>
        <p:sp>
          <p:nvSpPr>
            <p:cNvPr id="239" name="Text 52">
              <a:extLst>
                <a:ext uri="{FF2B5EF4-FFF2-40B4-BE49-F238E27FC236}">
                  <a16:creationId xmlns:a16="http://schemas.microsoft.com/office/drawing/2014/main" id="{F59AF0B4-DEB1-76AC-6C9C-EEEF6AA2DC09}"/>
                </a:ext>
              </a:extLst>
            </p:cNvPr>
            <p:cNvSpPr txBox="1"/>
            <p:nvPr/>
          </p:nvSpPr>
          <p:spPr>
            <a:xfrm>
              <a:off x="3217430" y="5564755"/>
              <a:ext cx="1293066" cy="394955"/>
            </a:xfrm>
            <a:prstGeom prst="rect">
              <a:avLst/>
            </a:prstGeom>
            <a:noFill/>
            <a:ln/>
          </p:spPr>
          <p:txBody>
            <a:bodyPr wrap="square" lIns="0" tIns="0" rIns="0" bIns="0" rtlCol="0" anchor="ctr"/>
            <a:lstStyle/>
            <a:p>
              <a:pPr marL="0" indent="0">
                <a:buNone/>
              </a:pPr>
              <a:r>
                <a:rPr lang="en-US" sz="1100">
                  <a:solidFill>
                    <a:srgbClr val="1A1A1A"/>
                  </a:solidFill>
                  <a:latin typeface="Arial" panose="020B0604020202020204" pitchFamily="34" charset="0"/>
                  <a:ea typeface="Aptos" pitchFamily="34" charset="-122"/>
                  <a:cs typeface="Arial" panose="020B0604020202020204" pitchFamily="34" charset="0"/>
                </a:rPr>
                <a:t>govee.com</a:t>
              </a:r>
              <a:endParaRPr lang="en-US" sz="1100">
                <a:latin typeface="Arial" panose="020B0604020202020204" pitchFamily="34" charset="0"/>
                <a:cs typeface="Arial" panose="020B0604020202020204" pitchFamily="34" charset="0"/>
              </a:endParaRPr>
            </a:p>
          </p:txBody>
        </p:sp>
      </p:grpSp>
      <p:sp>
        <p:nvSpPr>
          <p:cNvPr id="241" name="TextBox 240">
            <a:extLst>
              <a:ext uri="{FF2B5EF4-FFF2-40B4-BE49-F238E27FC236}">
                <a16:creationId xmlns:a16="http://schemas.microsoft.com/office/drawing/2014/main" id="{94139DE3-E0C4-A013-60B9-C2C31D178E06}"/>
              </a:ext>
            </a:extLst>
          </p:cNvPr>
          <p:cNvSpPr txBox="1"/>
          <p:nvPr/>
        </p:nvSpPr>
        <p:spPr>
          <a:xfrm>
            <a:off x="306263" y="6068177"/>
            <a:ext cx="5413248" cy="292388"/>
          </a:xfrm>
          <a:prstGeom prst="rect">
            <a:avLst/>
          </a:prstGeom>
          <a:noFill/>
        </p:spPr>
        <p:txBody>
          <a:bodyPr wrap="square">
            <a:spAutoFit/>
          </a:bodyPr>
          <a:lstStyle/>
          <a:p>
            <a:r>
              <a:rPr kumimoji="0" lang="en-US" sz="1300" b="1" i="0" u="none" strike="noStrike" kern="1200" cap="none" spc="0" normalizeH="0" baseline="0" noProof="0">
                <a:ln>
                  <a:noFill/>
                </a:ln>
                <a:solidFill>
                  <a:srgbClr val="2E75B6"/>
                </a:solidFill>
                <a:effectLst/>
                <a:uLnTx/>
                <a:uFillTx/>
                <a:ea typeface="Aptos" pitchFamily="34" charset="-122"/>
                <a:cs typeface="Aptos" pitchFamily="34" charset="-120"/>
              </a:rPr>
              <a:t> </a:t>
            </a:r>
            <a:r>
              <a:rPr kumimoji="0" lang="en-US" sz="1300" i="0" u="none" strike="noStrike" kern="1200" cap="none" spc="0" normalizeH="0" baseline="0" noProof="0">
                <a:ln>
                  <a:noFill/>
                </a:ln>
                <a:effectLst/>
                <a:uLnTx/>
                <a:uFillTx/>
                <a:ea typeface="Aptos" pitchFamily="34" charset="-122"/>
                <a:cs typeface="Aptos" pitchFamily="34" charset="-120"/>
              </a:rPr>
              <a:t>Internet communication destinations (SLDs only)</a:t>
            </a:r>
            <a:endParaRPr lang="en-US" sz="1300"/>
          </a:p>
        </p:txBody>
      </p:sp>
      <p:sp>
        <p:nvSpPr>
          <p:cNvPr id="245" name="Text 55">
            <a:extLst>
              <a:ext uri="{FF2B5EF4-FFF2-40B4-BE49-F238E27FC236}">
                <a16:creationId xmlns:a16="http://schemas.microsoft.com/office/drawing/2014/main" id="{67284AE6-F64E-D85F-42A5-3D34E6130142}"/>
              </a:ext>
            </a:extLst>
          </p:cNvPr>
          <p:cNvSpPr txBox="1"/>
          <p:nvPr/>
        </p:nvSpPr>
        <p:spPr>
          <a:xfrm>
            <a:off x="5344490" y="965414"/>
            <a:ext cx="6651813" cy="347472"/>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Persistent cloud connections outside Matter trust model</a:t>
            </a:r>
            <a:endParaRPr lang="en-US" sz="2400">
              <a:latin typeface="Arial" panose="020B0604020202020204" pitchFamily="34" charset="0"/>
              <a:cs typeface="Arial" panose="020B0604020202020204" pitchFamily="34" charset="0"/>
            </a:endParaRPr>
          </a:p>
        </p:txBody>
      </p:sp>
      <p:sp>
        <p:nvSpPr>
          <p:cNvPr id="247" name="Text 57">
            <a:extLst>
              <a:ext uri="{FF2B5EF4-FFF2-40B4-BE49-F238E27FC236}">
                <a16:creationId xmlns:a16="http://schemas.microsoft.com/office/drawing/2014/main" id="{E0611CAB-33A8-AB39-FA4A-D040A4A9365D}"/>
              </a:ext>
            </a:extLst>
          </p:cNvPr>
          <p:cNvSpPr txBox="1"/>
          <p:nvPr/>
        </p:nvSpPr>
        <p:spPr>
          <a:xfrm>
            <a:off x="5344490" y="1685975"/>
            <a:ext cx="6460412" cy="384048"/>
          </a:xfrm>
          <a:prstGeom prst="rect">
            <a:avLst/>
          </a:prstGeom>
          <a:noFill/>
          <a:ln/>
        </p:spPr>
        <p:txBody>
          <a:bodyPr wrap="square" lIns="0" tIns="0" rIns="0" bIns="0" rtlCol="0" anchor="ctr"/>
          <a:lstStyle/>
          <a:p>
            <a:pPr rtl="0"/>
            <a:r>
              <a:rPr lang="en-US" sz="2400">
                <a:latin typeface="Arial" panose="020B0604020202020204" pitchFamily="34" charset="0"/>
                <a:cs typeface="Arial" panose="020B0604020202020204" pitchFamily="34" charset="0"/>
              </a:rPr>
              <a:t>Parallel backend infrastructure. </a:t>
            </a:r>
          </a:p>
          <a:p>
            <a:pPr rtl="0"/>
            <a:endParaRPr lang="en-US" sz="2400">
              <a:latin typeface="Arial" panose="020B0604020202020204" pitchFamily="34" charset="0"/>
              <a:cs typeface="Arial" panose="020B0604020202020204" pitchFamily="34" charset="0"/>
            </a:endParaRPr>
          </a:p>
        </p:txBody>
      </p:sp>
      <p:sp>
        <p:nvSpPr>
          <p:cNvPr id="249" name="Text 59">
            <a:extLst>
              <a:ext uri="{FF2B5EF4-FFF2-40B4-BE49-F238E27FC236}">
                <a16:creationId xmlns:a16="http://schemas.microsoft.com/office/drawing/2014/main" id="{DFF5E17F-E48B-2B2D-5760-E9E1D3C99CE2}"/>
              </a:ext>
            </a:extLst>
          </p:cNvPr>
          <p:cNvSpPr txBox="1"/>
          <p:nvPr/>
        </p:nvSpPr>
        <p:spPr>
          <a:xfrm>
            <a:off x="5344489" y="2220978"/>
            <a:ext cx="6392943" cy="274320"/>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Non-Matter devices: cloud man-in-the-middle exposure.</a:t>
            </a:r>
            <a:endParaRPr lang="en-US" sz="2400">
              <a:latin typeface="Arial" panose="020B0604020202020204" pitchFamily="34" charset="0"/>
              <a:cs typeface="Arial" panose="020B0604020202020204" pitchFamily="34" charset="0"/>
            </a:endParaRPr>
          </a:p>
        </p:txBody>
      </p:sp>
      <p:sp>
        <p:nvSpPr>
          <p:cNvPr id="251" name="Text 61">
            <a:extLst>
              <a:ext uri="{FF2B5EF4-FFF2-40B4-BE49-F238E27FC236}">
                <a16:creationId xmlns:a16="http://schemas.microsoft.com/office/drawing/2014/main" id="{1881FE39-CA63-EC33-7C7B-9586885F7493}"/>
              </a:ext>
            </a:extLst>
          </p:cNvPr>
          <p:cNvSpPr txBox="1"/>
          <p:nvPr/>
        </p:nvSpPr>
        <p:spPr>
          <a:xfrm>
            <a:off x="5344489" y="3359300"/>
            <a:ext cx="6392943" cy="384048"/>
          </a:xfrm>
          <a:prstGeom prst="rect">
            <a:avLst/>
          </a:prstGeom>
          <a:noFill/>
          <a:ln/>
        </p:spPr>
        <p:txBody>
          <a:bodyPr wrap="square" lIns="0" tIns="0" rIns="0" bIns="0" rtlCol="0" anchor="ctr"/>
          <a:lstStyle/>
          <a:p>
            <a:pPr rtl="0"/>
            <a:r>
              <a:rPr lang="en-US" sz="2400">
                <a:solidFill>
                  <a:srgbClr val="1A1A1A"/>
                </a:solidFill>
                <a:latin typeface="Arial" panose="020B0604020202020204" pitchFamily="34" charset="0"/>
                <a:ea typeface="Aptos" pitchFamily="34" charset="-122"/>
                <a:cs typeface="Arial" panose="020B0604020202020204" pitchFamily="34" charset="0"/>
              </a:rPr>
              <a:t>Non-Matter control path: </a:t>
            </a:r>
            <a:r>
              <a:rPr lang="en-US" sz="2400">
                <a:solidFill>
                  <a:srgbClr val="3C9FC2"/>
                </a:solidFill>
                <a:latin typeface="Arial" panose="020B0604020202020204" pitchFamily="34" charset="0"/>
                <a:cs typeface="Arial" panose="020B0604020202020204" pitchFamily="34" charset="0"/>
              </a:rPr>
              <a:t>App → Vendor Cloud → Device</a:t>
            </a:r>
            <a:r>
              <a:rPr lang="en-US" sz="2400">
                <a:latin typeface="Arial" panose="020B0604020202020204" pitchFamily="34" charset="0"/>
                <a:cs typeface="Arial" panose="020B0604020202020204" pitchFamily="34" charset="0"/>
              </a:rPr>
              <a:t>; cloud services can access device state and user activity</a:t>
            </a:r>
            <a:endParaRPr lang="en-US" sz="2400">
              <a:solidFill>
                <a:srgbClr val="1A1A1A"/>
              </a:solidFill>
              <a:latin typeface="Arial" panose="020B0604020202020204" pitchFamily="34" charset="0"/>
              <a:ea typeface="Aptos" pitchFamily="34" charset="-122"/>
              <a:cs typeface="Arial" panose="020B0604020202020204" pitchFamily="34" charset="0"/>
            </a:endParaRPr>
          </a:p>
          <a:p>
            <a:pPr rtl="0"/>
            <a:endParaRPr lang="en-US" sz="2400">
              <a:solidFill>
                <a:srgbClr val="1A1A1A"/>
              </a:solidFill>
              <a:latin typeface="Arial" panose="020B0604020202020204" pitchFamily="34" charset="0"/>
              <a:ea typeface="Aptos" pitchFamily="34" charset="-122"/>
              <a:cs typeface="Arial" panose="020B0604020202020204" pitchFamily="34" charset="0"/>
            </a:endParaRPr>
          </a:p>
        </p:txBody>
      </p:sp>
      <p:sp>
        <p:nvSpPr>
          <p:cNvPr id="253" name="Text 63">
            <a:extLst>
              <a:ext uri="{FF2B5EF4-FFF2-40B4-BE49-F238E27FC236}">
                <a16:creationId xmlns:a16="http://schemas.microsoft.com/office/drawing/2014/main" id="{78721690-3496-2E80-82D0-244536A35129}"/>
              </a:ext>
            </a:extLst>
          </p:cNvPr>
          <p:cNvSpPr txBox="1"/>
          <p:nvPr/>
        </p:nvSpPr>
        <p:spPr>
          <a:xfrm>
            <a:off x="5359607" y="4862787"/>
            <a:ext cx="6615932" cy="347472"/>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Cloud Dependance / Availability</a:t>
            </a:r>
            <a:endParaRPr lang="en-US" sz="2400">
              <a:latin typeface="Arial" panose="020B0604020202020204" pitchFamily="34" charset="0"/>
              <a:cs typeface="Arial" panose="020B0604020202020204" pitchFamily="34" charset="0"/>
            </a:endParaRPr>
          </a:p>
        </p:txBody>
      </p:sp>
      <p:sp>
        <p:nvSpPr>
          <p:cNvPr id="255" name="Text 65">
            <a:extLst>
              <a:ext uri="{FF2B5EF4-FFF2-40B4-BE49-F238E27FC236}">
                <a16:creationId xmlns:a16="http://schemas.microsoft.com/office/drawing/2014/main" id="{3C612E19-EB48-EC5E-AA9D-7220F1CD3FA3}"/>
              </a:ext>
            </a:extLst>
          </p:cNvPr>
          <p:cNvSpPr txBox="1"/>
          <p:nvPr/>
        </p:nvSpPr>
        <p:spPr>
          <a:xfrm>
            <a:off x="5344489" y="4249116"/>
            <a:ext cx="6392944" cy="329129"/>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cs typeface="Arial" panose="020B0604020202020204" pitchFamily="34" charset="0"/>
              </a:rPr>
              <a:t>Dual-cloud routing - expands trust domains / attack surface (e.g., </a:t>
            </a:r>
            <a:r>
              <a:rPr lang="en-US" sz="2400" err="1">
                <a:latin typeface="Arial" panose="020B0604020202020204" pitchFamily="34" charset="0"/>
                <a:cs typeface="Arial" panose="020B0604020202020204" pitchFamily="34" charset="0"/>
              </a:rPr>
              <a:t>Govee</a:t>
            </a:r>
            <a:r>
              <a:rPr lang="en-US" sz="2400">
                <a:latin typeface="Arial" panose="020B0604020202020204" pitchFamily="34" charset="0"/>
                <a:cs typeface="Arial" panose="020B0604020202020204" pitchFamily="34" charset="0"/>
              </a:rPr>
              <a:t>).</a:t>
            </a:r>
            <a:endParaRPr lang="en-US" sz="2400">
              <a:solidFill>
                <a:prstClr val="black"/>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AF45B40-8760-339D-964E-9D8E3F4D5C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5906" y="767836"/>
            <a:ext cx="2960859" cy="1974893"/>
          </a:xfrm>
          <a:prstGeom prst="rect">
            <a:avLst/>
          </a:prstGeom>
        </p:spPr>
      </p:pic>
      <p:sp>
        <p:nvSpPr>
          <p:cNvPr id="9" name="TextBox 8">
            <a:extLst>
              <a:ext uri="{FF2B5EF4-FFF2-40B4-BE49-F238E27FC236}">
                <a16:creationId xmlns:a16="http://schemas.microsoft.com/office/drawing/2014/main" id="{36CDE2FE-7C43-C892-32C9-8E2140238700}"/>
              </a:ext>
            </a:extLst>
          </p:cNvPr>
          <p:cNvSpPr txBox="1"/>
          <p:nvPr/>
        </p:nvSpPr>
        <p:spPr>
          <a:xfrm>
            <a:off x="5369324" y="3262854"/>
            <a:ext cx="6100762" cy="461665"/>
          </a:xfrm>
          <a:prstGeom prst="rect">
            <a:avLst/>
          </a:prstGeom>
          <a:noFill/>
        </p:spPr>
        <p:txBody>
          <a:bodyPr wrap="square">
            <a:spAutoFit/>
          </a:bodyPr>
          <a:lstStyle/>
          <a:p>
            <a:r>
              <a:rPr lang="en-US" sz="2400">
                <a:latin typeface="Arial" panose="020B0604020202020204" pitchFamily="34" charset="0"/>
                <a:cs typeface="Arial" panose="020B0604020202020204" pitchFamily="34" charset="0"/>
              </a:rPr>
              <a:t>. </a:t>
            </a:r>
          </a:p>
        </p:txBody>
      </p:sp>
      <p:sp>
        <p:nvSpPr>
          <p:cNvPr id="19" name="Text 63">
            <a:extLst>
              <a:ext uri="{FF2B5EF4-FFF2-40B4-BE49-F238E27FC236}">
                <a16:creationId xmlns:a16="http://schemas.microsoft.com/office/drawing/2014/main" id="{EAAC20E6-E366-6BE7-9D71-5E4829E2DC91}"/>
              </a:ext>
            </a:extLst>
          </p:cNvPr>
          <p:cNvSpPr txBox="1"/>
          <p:nvPr/>
        </p:nvSpPr>
        <p:spPr>
          <a:xfrm>
            <a:off x="5359607" y="5318617"/>
            <a:ext cx="6615932" cy="347472"/>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Jurisdiction - where user data is processed.</a:t>
            </a:r>
            <a:r>
              <a:rPr lang="en-US" sz="2400" b="1">
                <a:solidFill>
                  <a:srgbClr val="C00000"/>
                </a:solidFill>
                <a:latin typeface="Arial" panose="020B0604020202020204" pitchFamily="34" charset="0"/>
                <a:ea typeface="Aptos" pitchFamily="34" charset="-122"/>
                <a:cs typeface="Arial" panose="020B0604020202020204" pitchFamily="34" charset="0"/>
              </a:rPr>
              <a:t> </a:t>
            </a:r>
          </a:p>
        </p:txBody>
      </p:sp>
      <p:sp>
        <p:nvSpPr>
          <p:cNvPr id="23" name="TextBox 22">
            <a:extLst>
              <a:ext uri="{FF2B5EF4-FFF2-40B4-BE49-F238E27FC236}">
                <a16:creationId xmlns:a16="http://schemas.microsoft.com/office/drawing/2014/main" id="{DA7A8B98-B747-F8E6-7DE2-3DD74EA6AAFA}"/>
              </a:ext>
            </a:extLst>
          </p:cNvPr>
          <p:cNvSpPr txBox="1"/>
          <p:nvPr/>
        </p:nvSpPr>
        <p:spPr>
          <a:xfrm>
            <a:off x="18906" y="83005"/>
            <a:ext cx="6101860" cy="400110"/>
          </a:xfrm>
          <a:prstGeom prst="rect">
            <a:avLst/>
          </a:prstGeom>
          <a:noFill/>
        </p:spPr>
        <p:txBody>
          <a:bodyPr wrap="square">
            <a:spAutoFit/>
          </a:bodyPr>
          <a:lstStyle/>
          <a:p>
            <a:r>
              <a:rPr lang="sv-SE" sz="2000" b="1">
                <a:solidFill>
                  <a:schemeClr val="bg1"/>
                </a:solidFill>
              </a:rPr>
              <a:t>RQ3   Matter/non-Matter dual stack operation</a:t>
            </a:r>
          </a:p>
        </p:txBody>
      </p:sp>
    </p:spTree>
    <p:extLst>
      <p:ext uri="{BB962C8B-B14F-4D97-AF65-F5344CB8AC3E}">
        <p14:creationId xmlns:p14="http://schemas.microsoft.com/office/powerpoint/2010/main" val="1495761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6CAA-2341-CF6D-D966-E1C9CC102134}"/>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8B90500D-2D71-BCDA-4C95-C387565C8B15}"/>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sp>
        <p:nvSpPr>
          <p:cNvPr id="10" name="矩形 9">
            <a:extLst>
              <a:ext uri="{FF2B5EF4-FFF2-40B4-BE49-F238E27FC236}">
                <a16:creationId xmlns:a16="http://schemas.microsoft.com/office/drawing/2014/main" id="{0287E8BF-FF9B-452A-E0C5-E58EE4EB418B}"/>
              </a:ext>
            </a:extLst>
          </p:cNvPr>
          <p:cNvSpPr>
            <a:spLocks noGrp="1"/>
          </p:cNvSpPr>
          <p:nvPr/>
        </p:nvSpPr>
        <p:spPr>
          <a:xfrm>
            <a:off x="786846" y="7115154"/>
            <a:ext cx="947996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lang="en-GB" sz="975" b="1">
              <a:solidFill>
                <a:srgbClr val="0E7490"/>
              </a:solidFill>
              <a:latin typeface="Calibri"/>
              <a:ea typeface="Calibri"/>
              <a:cs typeface="Calibri"/>
            </a:endParaRPr>
          </a:p>
          <a:p>
            <a:pPr algn="l">
              <a:buNone/>
              <a:defRPr sz="975" b="1">
                <a:solidFill>
                  <a:srgbClr val="0E7490"/>
                </a:solidFill>
                <a:latin typeface="Calibri"/>
                <a:ea typeface="Calibri"/>
                <a:cs typeface="Calibri"/>
              </a:defRPr>
            </a:pPr>
            <a:endParaRPr sz="975" b="1">
              <a:solidFill>
                <a:srgbClr val="0E7490"/>
              </a:solidFill>
              <a:latin typeface="Calibri"/>
              <a:ea typeface="Calibri"/>
              <a:cs typeface="Calibri"/>
            </a:endParaRPr>
          </a:p>
        </p:txBody>
      </p:sp>
      <p:grpSp>
        <p:nvGrpSpPr>
          <p:cNvPr id="14" name="Group 13">
            <a:extLst>
              <a:ext uri="{FF2B5EF4-FFF2-40B4-BE49-F238E27FC236}">
                <a16:creationId xmlns:a16="http://schemas.microsoft.com/office/drawing/2014/main" id="{8E1B537E-440F-BE5D-46D4-DDA32AA9B79B}"/>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7F77EEC7-B05D-985B-586B-512579E09444}"/>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96993013-10F1-9775-73BB-9D353B92B8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D8F2EE89-5388-D6AA-CB4F-DE9A455294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3" name="Slide Number Placeholder 12">
            <a:extLst>
              <a:ext uri="{FF2B5EF4-FFF2-40B4-BE49-F238E27FC236}">
                <a16:creationId xmlns:a16="http://schemas.microsoft.com/office/drawing/2014/main" id="{B7848F39-C092-079C-D3D9-34DC48F358BE}"/>
              </a:ext>
            </a:extLst>
          </p:cNvPr>
          <p:cNvSpPr>
            <a:spLocks noGrp="1"/>
          </p:cNvSpPr>
          <p:nvPr>
            <p:ph type="sldNum" sz="quarter" idx="12"/>
          </p:nvPr>
        </p:nvSpPr>
        <p:spPr/>
        <p:txBody>
          <a:bodyPr/>
          <a:lstStyle/>
          <a:p>
            <a:fld id="{F8B2AEEB-57C9-4BA6-8192-32186CDF2FF3}" type="slidenum">
              <a:rPr lang="en-US" smtClean="0"/>
              <a:t>16</a:t>
            </a:fld>
            <a:endParaRPr lang="en-US"/>
          </a:p>
        </p:txBody>
      </p:sp>
      <p:sp>
        <p:nvSpPr>
          <p:cNvPr id="4" name="TextBox 3">
            <a:extLst>
              <a:ext uri="{FF2B5EF4-FFF2-40B4-BE49-F238E27FC236}">
                <a16:creationId xmlns:a16="http://schemas.microsoft.com/office/drawing/2014/main" id="{886B420D-EBA2-1FDE-D3B4-4E5E2123C081}"/>
              </a:ext>
            </a:extLst>
          </p:cNvPr>
          <p:cNvSpPr txBox="1"/>
          <p:nvPr/>
        </p:nvSpPr>
        <p:spPr>
          <a:xfrm>
            <a:off x="163314" y="95220"/>
            <a:ext cx="6102350" cy="400110"/>
          </a:xfrm>
          <a:prstGeom prst="rect">
            <a:avLst/>
          </a:prstGeom>
          <a:noFill/>
        </p:spPr>
        <p:txBody>
          <a:bodyPr wrap="square" lIns="91440" tIns="45720" rIns="91440" bIns="45720" anchor="t">
            <a:spAutoFit/>
          </a:bodyPr>
          <a:lstStyle/>
          <a:p>
            <a:r>
              <a:rPr lang="en-US" sz="2000" b="1">
                <a:solidFill>
                  <a:schemeClr val="bg1"/>
                </a:solidFill>
                <a:latin typeface="Arial" panose="020B0604020202020204" pitchFamily="34" charset="0"/>
                <a:cs typeface="Arial" panose="020B0604020202020204" pitchFamily="34" charset="0"/>
              </a:rPr>
              <a:t>Methodology RQ4</a:t>
            </a:r>
            <a:endParaRPr lang="en-US">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6C4FCE8-3DA8-42F1-4F37-CD41FA819DC8}"/>
              </a:ext>
            </a:extLst>
          </p:cNvPr>
          <p:cNvSpPr txBox="1"/>
          <p:nvPr/>
        </p:nvSpPr>
        <p:spPr>
          <a:xfrm>
            <a:off x="786846" y="889009"/>
            <a:ext cx="10618307" cy="4154984"/>
          </a:xfrm>
          <a:prstGeom prst="rect">
            <a:avLst/>
          </a:prstGeom>
          <a:noFill/>
        </p:spPr>
        <p:txBody>
          <a:bodyPr wrap="square" lIns="91440" tIns="45720" rIns="91440" bIns="45720" anchor="t">
            <a:spAutoFit/>
          </a:bodyPr>
          <a:lstStyle/>
          <a:p>
            <a:endParaRPr lang="en-US" sz="2400">
              <a:latin typeface="Arial" panose="020B0604020202020204" pitchFamily="34" charset="0"/>
              <a:cs typeface="Arial" panose="020B0604020202020204" pitchFamily="34" charset="0"/>
            </a:endParaRPr>
          </a:p>
          <a:p>
            <a:endParaRPr lang="en-US" sz="24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Captured encrypted Matter traffic over UDP port 5540 during controlled device interactions.</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Analyzed traffic patterns to assess inference of device type, vendor identity, and device state (on/off/dim/hue).</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Evaluated replay-attack resilience using </a:t>
            </a:r>
            <a:r>
              <a:rPr lang="en-US" sz="2400" err="1">
                <a:latin typeface="Arial" panose="020B0604020202020204" pitchFamily="34" charset="0"/>
                <a:cs typeface="Arial" panose="020B0604020202020204" pitchFamily="34" charset="0"/>
              </a:rPr>
              <a:t>tcpreplay</a:t>
            </a:r>
            <a:r>
              <a:rPr lang="en-US" sz="2400">
                <a:latin typeface="Arial" panose="020B0604020202020204" pitchFamily="34" charset="0"/>
                <a:cs typeface="Arial" panose="020B0604020202020204" pitchFamily="34" charset="0"/>
              </a:rPr>
              <a:t> and Scapy against captured control packets.</a:t>
            </a:r>
          </a:p>
          <a:p>
            <a:pPr marL="342900" indent="-342900">
              <a:buFont typeface="Arial" panose="020B0604020202020204" pitchFamily="34" charset="0"/>
              <a:buChar char="•"/>
            </a:pPr>
            <a:r>
              <a:rPr lang="en-US" sz="2400">
                <a:latin typeface="Arial" panose="020B0604020202020204" pitchFamily="34" charset="0"/>
                <a:cs typeface="Arial" panose="020B0604020202020204" pitchFamily="34" charset="0"/>
              </a:rPr>
              <a:t>Tested unauthorized pairing across three </a:t>
            </a:r>
            <a:r>
              <a:rPr lang="en-US" sz="2400" err="1">
                <a:latin typeface="Arial" panose="020B0604020202020204" pitchFamily="34" charset="0"/>
                <a:cs typeface="Arial" panose="020B0604020202020204" pitchFamily="34" charset="0"/>
              </a:rPr>
              <a:t>defence</a:t>
            </a:r>
            <a:r>
              <a:rPr lang="en-US" sz="2400">
                <a:latin typeface="Arial" panose="020B0604020202020204" pitchFamily="34" charset="0"/>
                <a:cs typeface="Arial" panose="020B0604020202020204" pitchFamily="34" charset="0"/>
              </a:rPr>
              <a:t> layers: physical commissioning-window access, device credentials (QR code/PIN), and network credential requirements.</a:t>
            </a:r>
          </a:p>
        </p:txBody>
      </p:sp>
    </p:spTree>
    <p:extLst>
      <p:ext uri="{BB962C8B-B14F-4D97-AF65-F5344CB8AC3E}">
        <p14:creationId xmlns:p14="http://schemas.microsoft.com/office/powerpoint/2010/main" val="1091794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4187F-CBEE-53D8-05D0-A73CA7477B71}"/>
            </a:ext>
          </a:extLst>
        </p:cNvPr>
        <p:cNvGrpSpPr/>
        <p:nvPr/>
      </p:nvGrpSpPr>
      <p:grpSpPr>
        <a:xfrm>
          <a:off x="0" y="0"/>
          <a:ext cx="0" cy="0"/>
          <a:chOff x="0" y="0"/>
          <a:chExt cx="0" cy="0"/>
        </a:xfrm>
      </p:grpSpPr>
      <p:sp>
        <p:nvSpPr>
          <p:cNvPr id="54" name="Shape 83">
            <a:extLst>
              <a:ext uri="{FF2B5EF4-FFF2-40B4-BE49-F238E27FC236}">
                <a16:creationId xmlns:a16="http://schemas.microsoft.com/office/drawing/2014/main" id="{3BB01D94-507D-7BF5-DC60-9115AA227235}"/>
              </a:ext>
            </a:extLst>
          </p:cNvPr>
          <p:cNvSpPr/>
          <p:nvPr/>
        </p:nvSpPr>
        <p:spPr>
          <a:xfrm>
            <a:off x="5065195" y="695972"/>
            <a:ext cx="6855798" cy="3083119"/>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F4DD887F-1416-A8D4-D91F-46AD7E3D70E5}"/>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rPr>
              <a:t>  </a:t>
            </a:r>
            <a:r>
              <a:rPr lang="en-GB" sz="2000" b="1">
                <a:solidFill>
                  <a:schemeClr val="bg1"/>
                </a:solidFill>
                <a:latin typeface="Arial" panose="020B0604020202020204" pitchFamily="34" charset="0"/>
                <a:cs typeface="Arial" panose="020B0604020202020204" pitchFamily="34" charset="0"/>
              </a:rPr>
              <a:t>RQ4   Susceptibility of Matter </a:t>
            </a:r>
            <a:r>
              <a:rPr lang="en-US" sz="2000" i="1">
                <a:solidFill>
                  <a:schemeClr val="bg1"/>
                </a:solidFill>
                <a:latin typeface="Arial" panose="020B0604020202020204" pitchFamily="34" charset="0"/>
                <a:cs typeface="Arial" panose="020B0604020202020204" pitchFamily="34" charset="0"/>
              </a:rPr>
              <a:t>traffic to inference analysis of Encrypted traffic</a:t>
            </a:r>
          </a:p>
          <a:p>
            <a:pPr>
              <a:defRPr sz="3150" b="1">
                <a:solidFill>
                  <a:srgbClr val="121C2B"/>
                </a:solidFill>
                <a:latin typeface="Calibri"/>
                <a:ea typeface="Calibri"/>
                <a:cs typeface="Calibri"/>
              </a:defRPr>
            </a:pPr>
            <a:endParaRPr lang="en-GB" sz="2000" b="1">
              <a:solidFill>
                <a:schemeClr val="bg1"/>
              </a:solidFill>
              <a:latin typeface="Arial" panose="020B0604020202020204" pitchFamily="34" charset="0"/>
              <a:ea typeface="Calibri"/>
              <a:cs typeface="Arial" panose="020B0604020202020204" pitchFamily="34" charset="0"/>
            </a:endParaRPr>
          </a:p>
          <a:p>
            <a:endParaRPr lang="en-US" sz="2000" b="1">
              <a:solidFill>
                <a:schemeClr val="bg1"/>
              </a:solidFill>
              <a:latin typeface="Arial" panose="020B0604020202020204" pitchFamily="34" charset="0"/>
              <a:ea typeface="Aptos" pitchFamily="34" charset="-122"/>
              <a:cs typeface="Arial" panose="020B0604020202020204" pitchFamily="34" charset="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AEE14532-B8C0-D001-2FFE-18FFCF46B0D5}"/>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DD58C68F-9533-E3A2-8DD4-2E98C5D99419}"/>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571BF039-C70D-21C8-D5CD-2B7C304427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7C587F46-E383-35E0-302F-FEA15EE030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247" name="Shape 118">
            <a:extLst>
              <a:ext uri="{FF2B5EF4-FFF2-40B4-BE49-F238E27FC236}">
                <a16:creationId xmlns:a16="http://schemas.microsoft.com/office/drawing/2014/main" id="{C7B352B9-B517-3816-7F74-A8E9799FEDAF}"/>
              </a:ext>
            </a:extLst>
          </p:cNvPr>
          <p:cNvSpPr/>
          <p:nvPr/>
        </p:nvSpPr>
        <p:spPr>
          <a:xfrm>
            <a:off x="234534" y="3937421"/>
            <a:ext cx="4575461" cy="291880"/>
          </a:xfrm>
          <a:prstGeom prst="rect">
            <a:avLst/>
          </a:prstGeom>
          <a:solidFill>
            <a:srgbClr val="1F3864"/>
          </a:solidFill>
          <a:ln w="12700">
            <a:solidFill>
              <a:srgbClr val="1F3864"/>
            </a:solidFill>
            <a:prstDash val="solid"/>
          </a:ln>
        </p:spPr>
        <p:txBody>
          <a:bodyPr/>
          <a:lstStyle/>
          <a:p>
            <a:pPr rtl="0"/>
            <a:endParaRPr lang="en-US">
              <a:solidFill>
                <a:prstClr val="black"/>
              </a:solidFill>
              <a:latin typeface="Calibri" panose="020F0502020204030204"/>
            </a:endParaRPr>
          </a:p>
        </p:txBody>
      </p:sp>
      <p:sp>
        <p:nvSpPr>
          <p:cNvPr id="248" name="Text 119">
            <a:extLst>
              <a:ext uri="{FF2B5EF4-FFF2-40B4-BE49-F238E27FC236}">
                <a16:creationId xmlns:a16="http://schemas.microsoft.com/office/drawing/2014/main" id="{04657203-769C-DB1A-9790-664A57D2F3FD}"/>
              </a:ext>
            </a:extLst>
          </p:cNvPr>
          <p:cNvSpPr txBox="1"/>
          <p:nvPr/>
        </p:nvSpPr>
        <p:spPr>
          <a:xfrm>
            <a:off x="417066" y="3937421"/>
            <a:ext cx="4210398" cy="291880"/>
          </a:xfrm>
          <a:prstGeom prst="rect">
            <a:avLst/>
          </a:prstGeom>
          <a:noFill/>
          <a:ln/>
        </p:spPr>
        <p:txBody>
          <a:bodyPr wrap="square" lIns="0" tIns="0" rIns="0" bIns="0" rtlCol="0" anchor="ctr"/>
          <a:lstStyle/>
          <a:p>
            <a:pPr rtl="0"/>
            <a:r>
              <a:rPr lang="en-US" sz="1400" b="1">
                <a:solidFill>
                  <a:srgbClr val="FFFFFF"/>
                </a:solidFill>
                <a:ea typeface="Aptos" pitchFamily="34" charset="-122"/>
                <a:cs typeface="Aptos" pitchFamily="34" charset="-120"/>
              </a:rPr>
              <a:t>Example  —  Off event packet sequence</a:t>
            </a:r>
            <a:endParaRPr lang="en-US" sz="1400">
              <a:solidFill>
                <a:prstClr val="black"/>
              </a:solidFill>
              <a:latin typeface="Calibri" panose="020F0502020204030204"/>
            </a:endParaRPr>
          </a:p>
        </p:txBody>
      </p:sp>
      <p:sp>
        <p:nvSpPr>
          <p:cNvPr id="249" name="Shape 120">
            <a:extLst>
              <a:ext uri="{FF2B5EF4-FFF2-40B4-BE49-F238E27FC236}">
                <a16:creationId xmlns:a16="http://schemas.microsoft.com/office/drawing/2014/main" id="{F17DEAC2-AA15-682A-5A70-7E0755CE37CE}"/>
              </a:ext>
            </a:extLst>
          </p:cNvPr>
          <p:cNvSpPr/>
          <p:nvPr/>
        </p:nvSpPr>
        <p:spPr>
          <a:xfrm>
            <a:off x="234534" y="4229301"/>
            <a:ext cx="4575461" cy="2158400"/>
          </a:xfrm>
          <a:prstGeom prst="rect">
            <a:avLst/>
          </a:prstGeom>
          <a:solidFill>
            <a:srgbClr val="F7F9FC"/>
          </a:solidFill>
          <a:ln w="12700">
            <a:solidFill>
              <a:srgbClr val="BFBFBF"/>
            </a:solidFill>
            <a:prstDash val="solid"/>
          </a:ln>
        </p:spPr>
        <p:txBody>
          <a:bodyPr/>
          <a:lstStyle/>
          <a:p>
            <a:pPr rtl="0"/>
            <a:endParaRPr lang="en-US">
              <a:solidFill>
                <a:prstClr val="black"/>
              </a:solidFill>
              <a:latin typeface="Calibri" panose="020F0502020204030204"/>
            </a:endParaRPr>
          </a:p>
        </p:txBody>
      </p:sp>
      <p:sp>
        <p:nvSpPr>
          <p:cNvPr id="250" name="Text 121">
            <a:extLst>
              <a:ext uri="{FF2B5EF4-FFF2-40B4-BE49-F238E27FC236}">
                <a16:creationId xmlns:a16="http://schemas.microsoft.com/office/drawing/2014/main" id="{4FEC210B-3E07-8B04-4033-4BEB57DE0BD0}"/>
              </a:ext>
            </a:extLst>
          </p:cNvPr>
          <p:cNvSpPr txBox="1"/>
          <p:nvPr/>
        </p:nvSpPr>
        <p:spPr>
          <a:xfrm>
            <a:off x="453572" y="4407361"/>
            <a:ext cx="4173893" cy="358216"/>
          </a:xfrm>
          <a:prstGeom prst="rect">
            <a:avLst/>
          </a:prstGeom>
          <a:noFill/>
          <a:ln/>
        </p:spPr>
        <p:txBody>
          <a:bodyPr wrap="square" lIns="0" tIns="0" rIns="0" bIns="0" rtlCol="0" anchor="ctr"/>
          <a:lstStyle/>
          <a:p>
            <a:pPr rtl="0"/>
            <a:r>
              <a:rPr lang="en-US" sz="1400">
                <a:solidFill>
                  <a:srgbClr val="1A1A1A"/>
                </a:solidFill>
                <a:latin typeface="Arial" panose="020B0604020202020204" pitchFamily="34" charset="0"/>
                <a:ea typeface="Aptos" pitchFamily="34" charset="-122"/>
                <a:cs typeface="Arial" panose="020B0604020202020204" pitchFamily="34" charset="0"/>
              </a:rPr>
              <a:t>On/Off events exhibit a consistent sequence of packet sizes, with X and Y being vendor-specific variations</a:t>
            </a:r>
            <a:r>
              <a:rPr lang="en-US" sz="1050">
                <a:solidFill>
                  <a:srgbClr val="1A1A1A"/>
                </a:solidFill>
                <a:latin typeface="Arial" panose="020B0604020202020204" pitchFamily="34" charset="0"/>
                <a:ea typeface="Aptos" pitchFamily="34" charset="-122"/>
                <a:cs typeface="Arial" panose="020B0604020202020204" pitchFamily="34" charset="0"/>
              </a:rPr>
              <a:t>:</a:t>
            </a:r>
            <a:endParaRPr lang="en-US" sz="1050">
              <a:solidFill>
                <a:prstClr val="black"/>
              </a:solidFill>
              <a:latin typeface="Arial" panose="020B0604020202020204" pitchFamily="34" charset="0"/>
              <a:cs typeface="Arial" panose="020B0604020202020204" pitchFamily="34" charset="0"/>
            </a:endParaRPr>
          </a:p>
        </p:txBody>
      </p:sp>
      <p:sp>
        <p:nvSpPr>
          <p:cNvPr id="251" name="Shape 122">
            <a:extLst>
              <a:ext uri="{FF2B5EF4-FFF2-40B4-BE49-F238E27FC236}">
                <a16:creationId xmlns:a16="http://schemas.microsoft.com/office/drawing/2014/main" id="{9BEA77C4-B9A5-A536-8EF3-3097D26EF725}"/>
              </a:ext>
            </a:extLst>
          </p:cNvPr>
          <p:cNvSpPr/>
          <p:nvPr/>
        </p:nvSpPr>
        <p:spPr>
          <a:xfrm>
            <a:off x="453572" y="4958706"/>
            <a:ext cx="511089" cy="331681"/>
          </a:xfrm>
          <a:prstGeom prst="rect">
            <a:avLst/>
          </a:prstGeom>
          <a:solidFill>
            <a:srgbClr val="2E75B6"/>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52" name="Text 123">
            <a:extLst>
              <a:ext uri="{FF2B5EF4-FFF2-40B4-BE49-F238E27FC236}">
                <a16:creationId xmlns:a16="http://schemas.microsoft.com/office/drawing/2014/main" id="{EB999851-A406-A518-AAC6-7B395B86BA4A}"/>
              </a:ext>
            </a:extLst>
          </p:cNvPr>
          <p:cNvSpPr txBox="1"/>
          <p:nvPr/>
        </p:nvSpPr>
        <p:spPr>
          <a:xfrm>
            <a:off x="453572"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121</a:t>
            </a:r>
            <a:endParaRPr lang="en-US" sz="1100">
              <a:solidFill>
                <a:prstClr val="black"/>
              </a:solidFill>
              <a:latin typeface="Calibri" panose="020F0502020204030204"/>
            </a:endParaRPr>
          </a:p>
        </p:txBody>
      </p:sp>
      <p:sp>
        <p:nvSpPr>
          <p:cNvPr id="253" name="Shape 124">
            <a:extLst>
              <a:ext uri="{FF2B5EF4-FFF2-40B4-BE49-F238E27FC236}">
                <a16:creationId xmlns:a16="http://schemas.microsoft.com/office/drawing/2014/main" id="{B143E8BB-EB8A-D3EF-2D83-6186C7C69946}"/>
              </a:ext>
            </a:extLst>
          </p:cNvPr>
          <p:cNvSpPr/>
          <p:nvPr/>
        </p:nvSpPr>
        <p:spPr>
          <a:xfrm>
            <a:off x="1013336" y="4958706"/>
            <a:ext cx="511089" cy="331681"/>
          </a:xfrm>
          <a:prstGeom prst="rect">
            <a:avLst/>
          </a:prstGeom>
          <a:solidFill>
            <a:srgbClr val="2E75B6"/>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54" name="Text 125">
            <a:extLst>
              <a:ext uri="{FF2B5EF4-FFF2-40B4-BE49-F238E27FC236}">
                <a16:creationId xmlns:a16="http://schemas.microsoft.com/office/drawing/2014/main" id="{33A70369-71BA-1368-D968-EE72C2CBC2FF}"/>
              </a:ext>
            </a:extLst>
          </p:cNvPr>
          <p:cNvSpPr txBox="1"/>
          <p:nvPr/>
        </p:nvSpPr>
        <p:spPr>
          <a:xfrm>
            <a:off x="1013336"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129</a:t>
            </a:r>
            <a:endParaRPr lang="en-US" sz="1100">
              <a:solidFill>
                <a:prstClr val="black"/>
              </a:solidFill>
              <a:latin typeface="Calibri" panose="020F0502020204030204"/>
            </a:endParaRPr>
          </a:p>
        </p:txBody>
      </p:sp>
      <p:sp>
        <p:nvSpPr>
          <p:cNvPr id="255" name="Shape 126">
            <a:extLst>
              <a:ext uri="{FF2B5EF4-FFF2-40B4-BE49-F238E27FC236}">
                <a16:creationId xmlns:a16="http://schemas.microsoft.com/office/drawing/2014/main" id="{D1E090CB-FA7E-093D-7458-B351FA057815}"/>
              </a:ext>
            </a:extLst>
          </p:cNvPr>
          <p:cNvSpPr/>
          <p:nvPr/>
        </p:nvSpPr>
        <p:spPr>
          <a:xfrm>
            <a:off x="1573100" y="4958706"/>
            <a:ext cx="511089" cy="331681"/>
          </a:xfrm>
          <a:prstGeom prst="rect">
            <a:avLst/>
          </a:prstGeom>
          <a:solidFill>
            <a:srgbClr val="1F3864"/>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56" name="Text 127">
            <a:extLst>
              <a:ext uri="{FF2B5EF4-FFF2-40B4-BE49-F238E27FC236}">
                <a16:creationId xmlns:a16="http://schemas.microsoft.com/office/drawing/2014/main" id="{46CA1621-35EC-5828-AC99-96056FA1B3E5}"/>
              </a:ext>
            </a:extLst>
          </p:cNvPr>
          <p:cNvSpPr txBox="1"/>
          <p:nvPr/>
        </p:nvSpPr>
        <p:spPr>
          <a:xfrm>
            <a:off x="1573100"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X</a:t>
            </a:r>
            <a:endParaRPr lang="en-US" sz="1100">
              <a:solidFill>
                <a:prstClr val="black"/>
              </a:solidFill>
              <a:latin typeface="Calibri" panose="020F0502020204030204"/>
            </a:endParaRPr>
          </a:p>
        </p:txBody>
      </p:sp>
      <p:sp>
        <p:nvSpPr>
          <p:cNvPr id="257" name="Shape 128">
            <a:extLst>
              <a:ext uri="{FF2B5EF4-FFF2-40B4-BE49-F238E27FC236}">
                <a16:creationId xmlns:a16="http://schemas.microsoft.com/office/drawing/2014/main" id="{51404715-BECF-DFCC-9A85-0A7F2B41CBF6}"/>
              </a:ext>
            </a:extLst>
          </p:cNvPr>
          <p:cNvSpPr/>
          <p:nvPr/>
        </p:nvSpPr>
        <p:spPr>
          <a:xfrm>
            <a:off x="2132864" y="4958706"/>
            <a:ext cx="511089" cy="331681"/>
          </a:xfrm>
          <a:prstGeom prst="rect">
            <a:avLst/>
          </a:prstGeom>
          <a:solidFill>
            <a:srgbClr val="2E75B6"/>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58" name="Text 129">
            <a:extLst>
              <a:ext uri="{FF2B5EF4-FFF2-40B4-BE49-F238E27FC236}">
                <a16:creationId xmlns:a16="http://schemas.microsoft.com/office/drawing/2014/main" id="{29642F7C-4B3B-3AA9-795D-70F0AEF6DB6B}"/>
              </a:ext>
            </a:extLst>
          </p:cNvPr>
          <p:cNvSpPr txBox="1"/>
          <p:nvPr/>
        </p:nvSpPr>
        <p:spPr>
          <a:xfrm>
            <a:off x="2132864"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96</a:t>
            </a:r>
            <a:endParaRPr lang="en-US" sz="1100">
              <a:solidFill>
                <a:prstClr val="black"/>
              </a:solidFill>
              <a:latin typeface="Calibri" panose="020F0502020204030204"/>
            </a:endParaRPr>
          </a:p>
        </p:txBody>
      </p:sp>
      <p:sp>
        <p:nvSpPr>
          <p:cNvPr id="259" name="Shape 130">
            <a:extLst>
              <a:ext uri="{FF2B5EF4-FFF2-40B4-BE49-F238E27FC236}">
                <a16:creationId xmlns:a16="http://schemas.microsoft.com/office/drawing/2014/main" id="{D230FB4C-3FA3-B595-287F-93BB1956F393}"/>
              </a:ext>
            </a:extLst>
          </p:cNvPr>
          <p:cNvSpPr/>
          <p:nvPr/>
        </p:nvSpPr>
        <p:spPr>
          <a:xfrm>
            <a:off x="2692628" y="4958706"/>
            <a:ext cx="511089" cy="331681"/>
          </a:xfrm>
          <a:prstGeom prst="rect">
            <a:avLst/>
          </a:prstGeom>
          <a:solidFill>
            <a:srgbClr val="2E75B6"/>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60" name="Text 131">
            <a:extLst>
              <a:ext uri="{FF2B5EF4-FFF2-40B4-BE49-F238E27FC236}">
                <a16:creationId xmlns:a16="http://schemas.microsoft.com/office/drawing/2014/main" id="{A784EE5A-1A01-3697-983A-D39C18CB0D64}"/>
              </a:ext>
            </a:extLst>
          </p:cNvPr>
          <p:cNvSpPr txBox="1"/>
          <p:nvPr/>
        </p:nvSpPr>
        <p:spPr>
          <a:xfrm>
            <a:off x="2692628"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104</a:t>
            </a:r>
            <a:endParaRPr lang="en-US" sz="1100">
              <a:solidFill>
                <a:prstClr val="black"/>
              </a:solidFill>
              <a:latin typeface="Calibri" panose="020F0502020204030204"/>
            </a:endParaRPr>
          </a:p>
        </p:txBody>
      </p:sp>
      <p:sp>
        <p:nvSpPr>
          <p:cNvPr id="261" name="Shape 132">
            <a:extLst>
              <a:ext uri="{FF2B5EF4-FFF2-40B4-BE49-F238E27FC236}">
                <a16:creationId xmlns:a16="http://schemas.microsoft.com/office/drawing/2014/main" id="{E2972BCF-88C3-C772-B318-E318CAD38DCB}"/>
              </a:ext>
            </a:extLst>
          </p:cNvPr>
          <p:cNvSpPr/>
          <p:nvPr/>
        </p:nvSpPr>
        <p:spPr>
          <a:xfrm>
            <a:off x="3252391" y="4958706"/>
            <a:ext cx="511089" cy="331681"/>
          </a:xfrm>
          <a:prstGeom prst="rect">
            <a:avLst/>
          </a:prstGeom>
          <a:solidFill>
            <a:srgbClr val="2E75B6"/>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62" name="Text 133">
            <a:extLst>
              <a:ext uri="{FF2B5EF4-FFF2-40B4-BE49-F238E27FC236}">
                <a16:creationId xmlns:a16="http://schemas.microsoft.com/office/drawing/2014/main" id="{9E94C6B8-EECE-0BA7-7C8B-3A01A908046F}"/>
              </a:ext>
            </a:extLst>
          </p:cNvPr>
          <p:cNvSpPr txBox="1"/>
          <p:nvPr/>
        </p:nvSpPr>
        <p:spPr>
          <a:xfrm>
            <a:off x="3252391"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96</a:t>
            </a:r>
            <a:endParaRPr lang="en-US" sz="1100">
              <a:solidFill>
                <a:prstClr val="black"/>
              </a:solidFill>
              <a:latin typeface="Calibri" panose="020F0502020204030204"/>
            </a:endParaRPr>
          </a:p>
        </p:txBody>
      </p:sp>
      <p:sp>
        <p:nvSpPr>
          <p:cNvPr id="263" name="Shape 134">
            <a:extLst>
              <a:ext uri="{FF2B5EF4-FFF2-40B4-BE49-F238E27FC236}">
                <a16:creationId xmlns:a16="http://schemas.microsoft.com/office/drawing/2014/main" id="{7C6BA967-BBE4-322D-04F2-6C1A02591854}"/>
              </a:ext>
            </a:extLst>
          </p:cNvPr>
          <p:cNvSpPr/>
          <p:nvPr/>
        </p:nvSpPr>
        <p:spPr>
          <a:xfrm>
            <a:off x="3812155" y="4958706"/>
            <a:ext cx="511089" cy="331681"/>
          </a:xfrm>
          <a:prstGeom prst="rect">
            <a:avLst/>
          </a:prstGeom>
          <a:solidFill>
            <a:srgbClr val="1F3864"/>
          </a:solidFill>
          <a:ln w="12700">
            <a:solidFill>
              <a:srgbClr val="FFFFFF"/>
            </a:solidFill>
            <a:prstDash val="solid"/>
          </a:ln>
        </p:spPr>
        <p:txBody>
          <a:bodyPr/>
          <a:lstStyle/>
          <a:p>
            <a:pPr rtl="0"/>
            <a:endParaRPr lang="en-US">
              <a:solidFill>
                <a:prstClr val="black"/>
              </a:solidFill>
              <a:latin typeface="Calibri" panose="020F0502020204030204"/>
            </a:endParaRPr>
          </a:p>
        </p:txBody>
      </p:sp>
      <p:sp>
        <p:nvSpPr>
          <p:cNvPr id="264" name="Text 135">
            <a:extLst>
              <a:ext uri="{FF2B5EF4-FFF2-40B4-BE49-F238E27FC236}">
                <a16:creationId xmlns:a16="http://schemas.microsoft.com/office/drawing/2014/main" id="{4BFB5802-B6B5-3EC7-8690-7FC5453745BE}"/>
              </a:ext>
            </a:extLst>
          </p:cNvPr>
          <p:cNvSpPr txBox="1"/>
          <p:nvPr/>
        </p:nvSpPr>
        <p:spPr>
          <a:xfrm>
            <a:off x="3812155" y="4958706"/>
            <a:ext cx="511089" cy="331681"/>
          </a:xfrm>
          <a:prstGeom prst="rect">
            <a:avLst/>
          </a:prstGeom>
          <a:noFill/>
          <a:ln/>
        </p:spPr>
        <p:txBody>
          <a:bodyPr wrap="square" lIns="0" tIns="0" rIns="0" bIns="0" rtlCol="0" anchor="ctr"/>
          <a:lstStyle/>
          <a:p>
            <a:pPr algn="ctr" rtl="0"/>
            <a:r>
              <a:rPr lang="en-US" sz="1100" b="1">
                <a:solidFill>
                  <a:srgbClr val="FFFFFF"/>
                </a:solidFill>
                <a:ea typeface="Aptos" pitchFamily="34" charset="-122"/>
                <a:cs typeface="Aptos" pitchFamily="34" charset="-120"/>
              </a:rPr>
              <a:t>Y</a:t>
            </a:r>
            <a:endParaRPr lang="en-US" sz="1100">
              <a:solidFill>
                <a:prstClr val="black"/>
              </a:solidFill>
              <a:latin typeface="Calibri" panose="020F0502020204030204"/>
            </a:endParaRPr>
          </a:p>
        </p:txBody>
      </p:sp>
      <p:sp>
        <p:nvSpPr>
          <p:cNvPr id="265" name="Text 136">
            <a:extLst>
              <a:ext uri="{FF2B5EF4-FFF2-40B4-BE49-F238E27FC236}">
                <a16:creationId xmlns:a16="http://schemas.microsoft.com/office/drawing/2014/main" id="{8C9058A6-B8F3-F1A4-51BC-39DB57AEB9DD}"/>
              </a:ext>
            </a:extLst>
          </p:cNvPr>
          <p:cNvSpPr txBox="1"/>
          <p:nvPr/>
        </p:nvSpPr>
        <p:spPr>
          <a:xfrm>
            <a:off x="368391" y="5342935"/>
            <a:ext cx="4137385" cy="159207"/>
          </a:xfrm>
          <a:prstGeom prst="rect">
            <a:avLst/>
          </a:prstGeom>
          <a:noFill/>
          <a:ln/>
        </p:spPr>
        <p:txBody>
          <a:bodyPr wrap="square" lIns="0" tIns="0" rIns="0" bIns="0" rtlCol="0" anchor="ctr"/>
          <a:lstStyle/>
          <a:p>
            <a:pPr rtl="0"/>
            <a:r>
              <a:rPr lang="en-US" sz="950" i="1">
                <a:solidFill>
                  <a:srgbClr val="595959"/>
                </a:solidFill>
                <a:ea typeface="Aptos" pitchFamily="34" charset="-122"/>
                <a:cs typeface="Aptos" pitchFamily="34" charset="-120"/>
              </a:rPr>
              <a:t>bytes per packet  ·  X, Y = vendor-specific</a:t>
            </a:r>
            <a:endParaRPr lang="en-US" sz="950">
              <a:solidFill>
                <a:prstClr val="black"/>
              </a:solidFill>
              <a:latin typeface="Calibri" panose="020F0502020204030204"/>
            </a:endParaRPr>
          </a:p>
        </p:txBody>
      </p:sp>
      <p:sp>
        <p:nvSpPr>
          <p:cNvPr id="266" name="Text 137">
            <a:extLst>
              <a:ext uri="{FF2B5EF4-FFF2-40B4-BE49-F238E27FC236}">
                <a16:creationId xmlns:a16="http://schemas.microsoft.com/office/drawing/2014/main" id="{5AE84265-E4AC-EDEB-FCD4-4D6F3D7B15A3}"/>
              </a:ext>
            </a:extLst>
          </p:cNvPr>
          <p:cNvSpPr txBox="1"/>
          <p:nvPr/>
        </p:nvSpPr>
        <p:spPr>
          <a:xfrm>
            <a:off x="417066" y="5683966"/>
            <a:ext cx="4137385" cy="473923"/>
          </a:xfrm>
          <a:prstGeom prst="rect">
            <a:avLst/>
          </a:prstGeom>
          <a:noFill/>
          <a:ln/>
        </p:spPr>
        <p:txBody>
          <a:bodyPr wrap="square" lIns="0" tIns="0" rIns="0" bIns="0" rtlCol="0" anchor="ctr"/>
          <a:lstStyle/>
          <a:p>
            <a:pPr rtl="0"/>
            <a:r>
              <a:rPr lang="en-US" sz="1100" b="1">
                <a:ea typeface="Aptos" pitchFamily="34" charset="-122"/>
                <a:cs typeface="Aptos" pitchFamily="34" charset="-120"/>
              </a:rPr>
              <a:t>  </a:t>
            </a:r>
            <a:r>
              <a:rPr lang="en-US" sz="1400" b="1">
                <a:latin typeface="Arial" panose="020B0604020202020204" pitchFamily="34" charset="0"/>
                <a:ea typeface="Aptos" pitchFamily="34" charset="-122"/>
                <a:cs typeface="Arial" panose="020B0604020202020204" pitchFamily="34" charset="0"/>
              </a:rPr>
              <a:t>Encrypted traffic exhibits sufficient operational uniformity to reveal detailed device behavior to an adversary. </a:t>
            </a:r>
            <a:endParaRPr lang="en-US" sz="1100" b="1">
              <a:latin typeface="Arial" panose="020B0604020202020204" pitchFamily="34" charset="0"/>
              <a:cs typeface="Arial" panose="020B0604020202020204" pitchFamily="34" charset="0"/>
            </a:endParaRPr>
          </a:p>
        </p:txBody>
      </p:sp>
      <p:sp>
        <p:nvSpPr>
          <p:cNvPr id="271" name="Text 72">
            <a:extLst>
              <a:ext uri="{FF2B5EF4-FFF2-40B4-BE49-F238E27FC236}">
                <a16:creationId xmlns:a16="http://schemas.microsoft.com/office/drawing/2014/main" id="{A90A4FA9-D98A-2E3E-79B9-C7EAFE5F103B}"/>
              </a:ext>
            </a:extLst>
          </p:cNvPr>
          <p:cNvSpPr txBox="1"/>
          <p:nvPr/>
        </p:nvSpPr>
        <p:spPr>
          <a:xfrm>
            <a:off x="5219799" y="688363"/>
            <a:ext cx="6772940" cy="473133"/>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chemeClr val="bg1"/>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Matter is </a:t>
            </a:r>
            <a:r>
              <a:rPr lang="en-US" sz="2400" b="1" i="1">
                <a:latin typeface="Arial" panose="020B0604020202020204" pitchFamily="34" charset="0"/>
                <a:ea typeface="Aptos" pitchFamily="34" charset="-122"/>
                <a:cs typeface="Arial" panose="020B0604020202020204" pitchFamily="34" charset="0"/>
              </a:rPr>
              <a:t>susceptible to inference analysis</a:t>
            </a:r>
            <a:endParaRPr lang="en-US" sz="2400" b="1">
              <a:latin typeface="Arial" panose="020B0604020202020204" pitchFamily="34" charset="0"/>
              <a:cs typeface="Arial" panose="020B0604020202020204" pitchFamily="34" charset="0"/>
            </a:endParaRPr>
          </a:p>
        </p:txBody>
      </p:sp>
      <p:sp>
        <p:nvSpPr>
          <p:cNvPr id="275" name="Text 74">
            <a:extLst>
              <a:ext uri="{FF2B5EF4-FFF2-40B4-BE49-F238E27FC236}">
                <a16:creationId xmlns:a16="http://schemas.microsoft.com/office/drawing/2014/main" id="{729EA5DB-D308-868D-F2E3-B9B1E67A9839}"/>
              </a:ext>
            </a:extLst>
          </p:cNvPr>
          <p:cNvSpPr txBox="1"/>
          <p:nvPr/>
        </p:nvSpPr>
        <p:spPr>
          <a:xfrm>
            <a:off x="5178046" y="1483110"/>
            <a:ext cx="6670592" cy="408615"/>
          </a:xfrm>
          <a:prstGeom prst="rect">
            <a:avLst/>
          </a:prstGeom>
          <a:noFill/>
          <a:ln/>
        </p:spPr>
        <p:txBody>
          <a:bodyPr wrap="square" lIns="0" tIns="0" rIns="0" bIns="0" rtlCol="0" anchor="ctr"/>
          <a:lstStyle/>
          <a:p>
            <a:pPr rtl="0"/>
            <a:r>
              <a:rPr lang="en-US" sz="2400" b="1"/>
              <a:t>Traffic-pattern inference:</a:t>
            </a:r>
            <a:r>
              <a:rPr lang="en-US" sz="2400"/>
              <a:t> Vendor-specific packet sizes / sequences - inference without decryption. </a:t>
            </a:r>
            <a:endParaRPr lang="en-US" sz="2400">
              <a:solidFill>
                <a:prstClr val="black"/>
              </a:solidFill>
              <a:latin typeface="Arial" panose="020B0604020202020204" pitchFamily="34" charset="0"/>
              <a:cs typeface="Arial" panose="020B0604020202020204" pitchFamily="34" charset="0"/>
            </a:endParaRPr>
          </a:p>
        </p:txBody>
      </p:sp>
      <p:sp>
        <p:nvSpPr>
          <p:cNvPr id="277" name="Text 75">
            <a:extLst>
              <a:ext uri="{FF2B5EF4-FFF2-40B4-BE49-F238E27FC236}">
                <a16:creationId xmlns:a16="http://schemas.microsoft.com/office/drawing/2014/main" id="{EA63A034-A12C-FE2B-8724-07AB51495D23}"/>
              </a:ext>
            </a:extLst>
          </p:cNvPr>
          <p:cNvSpPr txBox="1"/>
          <p:nvPr/>
        </p:nvSpPr>
        <p:spPr>
          <a:xfrm>
            <a:off x="5346370" y="1770942"/>
            <a:ext cx="6574623" cy="408615"/>
          </a:xfrm>
          <a:prstGeom prst="rect">
            <a:avLst/>
          </a:prstGeom>
          <a:noFill/>
          <a:ln/>
        </p:spPr>
        <p:txBody>
          <a:bodyPr wrap="square" lIns="0" tIns="0" rIns="0" bIns="0" rtlCol="0" anchor="ctr"/>
          <a:lstStyle/>
          <a:p>
            <a:pPr rtl="0"/>
            <a:endParaRPr lang="en-US" sz="2400">
              <a:solidFill>
                <a:prstClr val="black"/>
              </a:solidFill>
              <a:latin typeface="Arial" panose="020B0604020202020204" pitchFamily="34" charset="0"/>
              <a:cs typeface="Arial" panose="020B0604020202020204" pitchFamily="34" charset="0"/>
            </a:endParaRPr>
          </a:p>
        </p:txBody>
      </p:sp>
      <p:sp>
        <p:nvSpPr>
          <p:cNvPr id="294" name="Slide Number Placeholder 293">
            <a:extLst>
              <a:ext uri="{FF2B5EF4-FFF2-40B4-BE49-F238E27FC236}">
                <a16:creationId xmlns:a16="http://schemas.microsoft.com/office/drawing/2014/main" id="{87EAF053-0CF6-83A8-6681-896C559FD601}"/>
              </a:ext>
            </a:extLst>
          </p:cNvPr>
          <p:cNvSpPr>
            <a:spLocks noGrp="1"/>
          </p:cNvSpPr>
          <p:nvPr>
            <p:ph type="sldNum" sz="quarter" idx="12"/>
          </p:nvPr>
        </p:nvSpPr>
        <p:spPr/>
        <p:txBody>
          <a:bodyPr/>
          <a:lstStyle/>
          <a:p>
            <a:fld id="{F8B2AEEB-57C9-4BA6-8192-32186CDF2FF3}" type="slidenum">
              <a:rPr lang="en-US" smtClean="0"/>
              <a:t>17</a:t>
            </a:fld>
            <a:endParaRPr lang="en-US"/>
          </a:p>
        </p:txBody>
      </p:sp>
      <p:sp>
        <p:nvSpPr>
          <p:cNvPr id="304" name="TextBox 303">
            <a:extLst>
              <a:ext uri="{FF2B5EF4-FFF2-40B4-BE49-F238E27FC236}">
                <a16:creationId xmlns:a16="http://schemas.microsoft.com/office/drawing/2014/main" id="{C9BA1ED0-AE22-CA4F-B09B-4E64CC70C84B}"/>
              </a:ext>
            </a:extLst>
          </p:cNvPr>
          <p:cNvSpPr txBox="1"/>
          <p:nvPr/>
        </p:nvSpPr>
        <p:spPr>
          <a:xfrm>
            <a:off x="5065195" y="2120695"/>
            <a:ext cx="6855797" cy="830997"/>
          </a:xfrm>
          <a:prstGeom prst="rect">
            <a:avLst/>
          </a:prstGeom>
          <a:noFill/>
        </p:spPr>
        <p:txBody>
          <a:bodyPr wrap="square">
            <a:spAutoFit/>
          </a:bodyPr>
          <a:lstStyle/>
          <a:p>
            <a:r>
              <a:rPr lang="en-US" sz="2400" b="1"/>
              <a:t>User activity inference:</a:t>
            </a:r>
            <a:r>
              <a:rPr lang="en-US" sz="2400"/>
              <a:t> Timing patterns can reveal device state changes and user activity.</a:t>
            </a:r>
            <a:endParaRPr lang="en-US" sz="240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CF587C9-5D03-A4CE-3643-777945342E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7268" y="731915"/>
            <a:ext cx="2282150" cy="3064140"/>
          </a:xfrm>
          <a:prstGeom prst="rect">
            <a:avLst/>
          </a:prstGeom>
        </p:spPr>
      </p:pic>
      <p:grpSp>
        <p:nvGrpSpPr>
          <p:cNvPr id="33" name="Group 32">
            <a:extLst>
              <a:ext uri="{FF2B5EF4-FFF2-40B4-BE49-F238E27FC236}">
                <a16:creationId xmlns:a16="http://schemas.microsoft.com/office/drawing/2014/main" id="{19346522-1418-93EE-B460-ED23EF3F60C7}"/>
              </a:ext>
            </a:extLst>
          </p:cNvPr>
          <p:cNvGrpSpPr/>
          <p:nvPr/>
        </p:nvGrpSpPr>
        <p:grpSpPr>
          <a:xfrm>
            <a:off x="6428102" y="4035347"/>
            <a:ext cx="1947319" cy="2102574"/>
            <a:chOff x="8891113" y="535981"/>
            <a:chExt cx="2690520" cy="2074835"/>
          </a:xfrm>
        </p:grpSpPr>
        <p:sp>
          <p:nvSpPr>
            <p:cNvPr id="34" name="Shape 24">
              <a:extLst>
                <a:ext uri="{FF2B5EF4-FFF2-40B4-BE49-F238E27FC236}">
                  <a16:creationId xmlns:a16="http://schemas.microsoft.com/office/drawing/2014/main" id="{C839B4CD-E787-D55F-AE79-E71054B9F6CE}"/>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35" name="Text 25">
              <a:extLst>
                <a:ext uri="{FF2B5EF4-FFF2-40B4-BE49-F238E27FC236}">
                  <a16:creationId xmlns:a16="http://schemas.microsoft.com/office/drawing/2014/main" id="{091CB1FC-451D-9873-ED22-D6ECABA3EF2D}"/>
                </a:ext>
              </a:extLst>
            </p:cNvPr>
            <p:cNvSpPr/>
            <p:nvPr/>
          </p:nvSpPr>
          <p:spPr>
            <a:xfrm>
              <a:off x="8929873" y="1309736"/>
              <a:ext cx="2651760" cy="502920"/>
            </a:xfrm>
            <a:prstGeom prst="rect">
              <a:avLst/>
            </a:prstGeom>
            <a:noFill/>
            <a:ln/>
          </p:spPr>
          <p:txBody>
            <a:bodyPr wrap="square" lIns="0" tIns="0" rIns="0" bIns="0" rtlCol="0" anchor="ctr"/>
            <a:lstStyle/>
            <a:p>
              <a:pPr marL="0" indent="0" algn="ctr">
                <a:buNone/>
              </a:pPr>
              <a:r>
                <a:rPr lang="en-US" sz="3200" b="1">
                  <a:solidFill>
                    <a:srgbClr val="C00000"/>
                  </a:solidFill>
                  <a:latin typeface="Arial" panose="020B0604020202020204" pitchFamily="34" charset="0"/>
                  <a:ea typeface="Cambria" pitchFamily="34" charset="-122"/>
                  <a:cs typeface="Arial" panose="020B0604020202020204" pitchFamily="34" charset="0"/>
                </a:rPr>
                <a:t>~94%</a:t>
              </a:r>
            </a:p>
            <a:p>
              <a:pPr marL="0" indent="0" algn="ctr">
                <a:buNone/>
              </a:pPr>
              <a:endParaRPr lang="en-US"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Distinguish Bulbs Vs Plugs </a:t>
              </a:r>
            </a:p>
          </p:txBody>
        </p:sp>
        <p:sp>
          <p:nvSpPr>
            <p:cNvPr id="36" name="Text 26">
              <a:extLst>
                <a:ext uri="{FF2B5EF4-FFF2-40B4-BE49-F238E27FC236}">
                  <a16:creationId xmlns:a16="http://schemas.microsoft.com/office/drawing/2014/main" id="{F129B379-E696-FCAE-039C-17EC739D61EC}"/>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sp>
        <p:nvSpPr>
          <p:cNvPr id="37" name="Text 26">
            <a:extLst>
              <a:ext uri="{FF2B5EF4-FFF2-40B4-BE49-F238E27FC236}">
                <a16:creationId xmlns:a16="http://schemas.microsoft.com/office/drawing/2014/main" id="{F5B627F7-05E1-7D3A-1ADD-00E8C37D75FF}"/>
              </a:ext>
            </a:extLst>
          </p:cNvPr>
          <p:cNvSpPr/>
          <p:nvPr/>
        </p:nvSpPr>
        <p:spPr>
          <a:xfrm>
            <a:off x="8747568" y="5223829"/>
            <a:ext cx="1775673" cy="481844"/>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nvGrpSpPr>
          <p:cNvPr id="42" name="Group 41">
            <a:extLst>
              <a:ext uri="{FF2B5EF4-FFF2-40B4-BE49-F238E27FC236}">
                <a16:creationId xmlns:a16="http://schemas.microsoft.com/office/drawing/2014/main" id="{5DB7BBEC-8448-1345-01E8-89B3B535A7A6}"/>
              </a:ext>
            </a:extLst>
          </p:cNvPr>
          <p:cNvGrpSpPr/>
          <p:nvPr/>
        </p:nvGrpSpPr>
        <p:grpSpPr>
          <a:xfrm>
            <a:off x="8523298" y="4055315"/>
            <a:ext cx="1952147" cy="2102574"/>
            <a:chOff x="8891113" y="535981"/>
            <a:chExt cx="2697192" cy="2074835"/>
          </a:xfrm>
        </p:grpSpPr>
        <p:sp>
          <p:nvSpPr>
            <p:cNvPr id="43" name="Shape 24">
              <a:extLst>
                <a:ext uri="{FF2B5EF4-FFF2-40B4-BE49-F238E27FC236}">
                  <a16:creationId xmlns:a16="http://schemas.microsoft.com/office/drawing/2014/main" id="{C45757C0-A3F6-D8E8-CD7B-759FE76C184E}"/>
                </a:ext>
              </a:extLst>
            </p:cNvPr>
            <p:cNvSpPr/>
            <p:nvPr/>
          </p:nvSpPr>
          <p:spPr>
            <a:xfrm>
              <a:off x="8891113" y="535981"/>
              <a:ext cx="2651760" cy="2074835"/>
            </a:xfrm>
            <a:prstGeom prst="roundRect">
              <a:avLst>
                <a:gd name="adj" fmla="val 8333"/>
              </a:avLst>
            </a:prstGeom>
            <a:solidFill>
              <a:schemeClr val="bg1">
                <a:lumMod val="85000"/>
              </a:schemeClr>
            </a:solidFill>
            <a:ln w="12700">
              <a:solidFill>
                <a:srgbClr val="F0F9FF"/>
              </a:solidFill>
              <a:prstDash val="solid"/>
            </a:ln>
            <a:effectLst>
              <a:outerShdw blurRad="76200" dist="25400" dir="2700000" algn="bl" rotWithShape="0">
                <a:srgbClr val="000000">
                  <a:alpha val="10000"/>
                </a:srgbClr>
              </a:outerShdw>
            </a:effectLst>
          </p:spPr>
          <p:txBody>
            <a:bodyPr/>
            <a:lstStyle/>
            <a:p>
              <a:endParaRPr lang="en-US" sz="2400">
                <a:latin typeface="Arial" panose="020B0604020202020204" pitchFamily="34" charset="0"/>
                <a:cs typeface="Arial" panose="020B0604020202020204" pitchFamily="34" charset="0"/>
              </a:endParaRPr>
            </a:p>
          </p:txBody>
        </p:sp>
        <p:sp>
          <p:nvSpPr>
            <p:cNvPr id="44" name="Text 25">
              <a:extLst>
                <a:ext uri="{FF2B5EF4-FFF2-40B4-BE49-F238E27FC236}">
                  <a16:creationId xmlns:a16="http://schemas.microsoft.com/office/drawing/2014/main" id="{80522F02-7411-DC0B-FAC1-741926AD3307}"/>
                </a:ext>
              </a:extLst>
            </p:cNvPr>
            <p:cNvSpPr/>
            <p:nvPr/>
          </p:nvSpPr>
          <p:spPr>
            <a:xfrm>
              <a:off x="8936545" y="1408003"/>
              <a:ext cx="2651760" cy="475487"/>
            </a:xfrm>
            <a:prstGeom prst="rect">
              <a:avLst/>
            </a:prstGeom>
            <a:noFill/>
            <a:ln/>
          </p:spPr>
          <p:txBody>
            <a:bodyPr wrap="square" lIns="0" tIns="0" rIns="0" bIns="0" rtlCol="0" anchor="ctr"/>
            <a:lstStyle/>
            <a:p>
              <a:pPr algn="ctr"/>
              <a:r>
                <a:rPr lang="en-US" sz="3200" b="1">
                  <a:solidFill>
                    <a:srgbClr val="00B050"/>
                  </a:solidFill>
                  <a:latin typeface="Arial" panose="020B0604020202020204" pitchFamily="34" charset="0"/>
                  <a:ea typeface="Cambria" pitchFamily="34" charset="-122"/>
                  <a:cs typeface="Arial" panose="020B0604020202020204" pitchFamily="34" charset="0"/>
                </a:rPr>
                <a:t>52.6%</a:t>
              </a:r>
            </a:p>
            <a:p>
              <a:pPr marL="0" indent="0" algn="ctr">
                <a:buNone/>
              </a:pPr>
              <a:endParaRPr lang="en-US" sz="2000" b="1">
                <a:latin typeface="Arial" panose="020B0604020202020204" pitchFamily="34" charset="0"/>
                <a:ea typeface="Cambria" pitchFamily="34" charset="-122"/>
                <a:cs typeface="Arial" panose="020B0604020202020204" pitchFamily="34" charset="0"/>
              </a:endParaRPr>
            </a:p>
            <a:p>
              <a:pPr algn="ctr"/>
              <a:r>
                <a:rPr lang="en-US" sz="1600" b="1">
                  <a:latin typeface="Arial" panose="020B0604020202020204" pitchFamily="34" charset="0"/>
                  <a:ea typeface="Aptos" pitchFamily="34" charset="-122"/>
                  <a:cs typeface="Arial" panose="020B0604020202020204" pitchFamily="34" charset="0"/>
                </a:rPr>
                <a:t>Distinguish based on MAC OUI</a:t>
              </a:r>
            </a:p>
            <a:p>
              <a:pPr algn="ctr"/>
              <a:endParaRPr lang="en-US" sz="1600" b="1">
                <a:latin typeface="Arial" panose="020B0604020202020204" pitchFamily="34" charset="0"/>
                <a:ea typeface="Aptos" pitchFamily="34" charset="-122"/>
                <a:cs typeface="Arial" panose="020B0604020202020204" pitchFamily="34" charset="0"/>
              </a:endParaRPr>
            </a:p>
          </p:txBody>
        </p:sp>
        <p:sp>
          <p:nvSpPr>
            <p:cNvPr id="45" name="Text 26">
              <a:extLst>
                <a:ext uri="{FF2B5EF4-FFF2-40B4-BE49-F238E27FC236}">
                  <a16:creationId xmlns:a16="http://schemas.microsoft.com/office/drawing/2014/main" id="{B2ABD05B-C936-BF67-AF2C-D039436F3B38}"/>
                </a:ext>
              </a:extLst>
            </p:cNvPr>
            <p:cNvSpPr/>
            <p:nvPr/>
          </p:nvSpPr>
          <p:spPr>
            <a:xfrm>
              <a:off x="8982553" y="1609748"/>
              <a:ext cx="2468880" cy="475488"/>
            </a:xfrm>
            <a:prstGeom prst="rect">
              <a:avLst/>
            </a:prstGeom>
            <a:noFill/>
            <a:ln/>
          </p:spPr>
          <p:txBody>
            <a:bodyPr wrap="square" rtlCol="0" anchor="ctr"/>
            <a:lstStyle/>
            <a:p>
              <a:pPr marL="0" indent="0" algn="ctr">
                <a:buNone/>
              </a:pPr>
              <a:endParaRPr lang="en-US" sz="1200">
                <a:latin typeface="Arial" panose="020B0604020202020204" pitchFamily="34" charset="0"/>
                <a:cs typeface="Arial" panose="020B0604020202020204" pitchFamily="34" charset="0"/>
              </a:endParaRPr>
            </a:p>
          </p:txBody>
        </p:sp>
      </p:grpSp>
      <p:sp>
        <p:nvSpPr>
          <p:cNvPr id="52" name="TextBox 51">
            <a:extLst>
              <a:ext uri="{FF2B5EF4-FFF2-40B4-BE49-F238E27FC236}">
                <a16:creationId xmlns:a16="http://schemas.microsoft.com/office/drawing/2014/main" id="{8725AA52-A661-139B-6DF1-18F9F5BF3C5A}"/>
              </a:ext>
            </a:extLst>
          </p:cNvPr>
          <p:cNvSpPr txBox="1"/>
          <p:nvPr/>
        </p:nvSpPr>
        <p:spPr>
          <a:xfrm>
            <a:off x="5065194" y="2904719"/>
            <a:ext cx="6782226" cy="830997"/>
          </a:xfrm>
          <a:prstGeom prst="rect">
            <a:avLst/>
          </a:prstGeom>
          <a:noFill/>
        </p:spPr>
        <p:txBody>
          <a:bodyPr wrap="square">
            <a:spAutoFit/>
          </a:bodyPr>
          <a:lstStyle/>
          <a:p>
            <a:r>
              <a:rPr lang="en-US" sz="2400">
                <a:latin typeface="Arial" panose="020B0604020202020204" pitchFamily="34" charset="0"/>
                <a:cs typeface="Arial" panose="020B0604020202020204" pitchFamily="34" charset="0"/>
              </a:rPr>
              <a:t>Method also successful for on-off, dim and color change actions</a:t>
            </a:r>
            <a:r>
              <a:rPr lang="en-US"/>
              <a:t>.</a:t>
            </a:r>
          </a:p>
        </p:txBody>
      </p:sp>
    </p:spTree>
    <p:extLst>
      <p:ext uri="{BB962C8B-B14F-4D97-AF65-F5344CB8AC3E}">
        <p14:creationId xmlns:p14="http://schemas.microsoft.com/office/powerpoint/2010/main" val="1910670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14F74-0FA2-F2B3-85CE-1FBCF776A967}"/>
            </a:ext>
          </a:extLst>
        </p:cNvPr>
        <p:cNvGrpSpPr/>
        <p:nvPr/>
      </p:nvGrpSpPr>
      <p:grpSpPr>
        <a:xfrm>
          <a:off x="0" y="0"/>
          <a:ext cx="0" cy="0"/>
          <a:chOff x="0" y="0"/>
          <a:chExt cx="0" cy="0"/>
        </a:xfrm>
      </p:grpSpPr>
      <p:sp>
        <p:nvSpPr>
          <p:cNvPr id="11" name="Shape 83">
            <a:extLst>
              <a:ext uri="{FF2B5EF4-FFF2-40B4-BE49-F238E27FC236}">
                <a16:creationId xmlns:a16="http://schemas.microsoft.com/office/drawing/2014/main" id="{40A6CC3F-EB35-4F66-BC5E-77FD87C115A8}"/>
              </a:ext>
            </a:extLst>
          </p:cNvPr>
          <p:cNvSpPr/>
          <p:nvPr/>
        </p:nvSpPr>
        <p:spPr>
          <a:xfrm>
            <a:off x="6263014" y="978042"/>
            <a:ext cx="5765672" cy="1930979"/>
          </a:xfrm>
          <a:prstGeom prst="roundRect">
            <a:avLst>
              <a:gd name="adj" fmla="val 6667"/>
            </a:avLst>
          </a:prstGeom>
          <a:solidFill>
            <a:srgbClr val="F0FA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5CA740D0-BBCA-05D7-DFD1-EABBAD317B29}"/>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latin typeface="Arial" panose="020B0604020202020204" pitchFamily="34" charset="0"/>
                <a:cs typeface="Arial" panose="020B0604020202020204" pitchFamily="34" charset="0"/>
              </a:rPr>
              <a:t>  </a:t>
            </a:r>
            <a:r>
              <a:rPr lang="en-GB" sz="2000" b="1">
                <a:solidFill>
                  <a:schemeClr val="bg1"/>
                </a:solidFill>
                <a:latin typeface="Arial" panose="020B0604020202020204" pitchFamily="34" charset="0"/>
                <a:cs typeface="Arial" panose="020B0604020202020204" pitchFamily="34" charset="0"/>
              </a:rPr>
              <a:t>RQ4   Susceptibility of Matter </a:t>
            </a:r>
            <a:r>
              <a:rPr lang="en-US" sz="2000" i="1">
                <a:solidFill>
                  <a:schemeClr val="bg1"/>
                </a:solidFill>
                <a:latin typeface="Arial" panose="020B0604020202020204" pitchFamily="34" charset="0"/>
                <a:cs typeface="Arial" panose="020B0604020202020204" pitchFamily="34" charset="0"/>
              </a:rPr>
              <a:t>traffic to adversarial - Replay Attack</a:t>
            </a:r>
          </a:p>
          <a:p>
            <a:pPr>
              <a:defRPr sz="3150" b="1">
                <a:solidFill>
                  <a:srgbClr val="121C2B"/>
                </a:solidFill>
                <a:latin typeface="Calibri"/>
                <a:ea typeface="Calibri"/>
                <a:cs typeface="Calibri"/>
              </a:defRPr>
            </a:pPr>
            <a:endParaRPr lang="en-GB" sz="2400" b="1">
              <a:solidFill>
                <a:schemeClr val="bg1"/>
              </a:solidFill>
              <a:latin typeface="Arial" panose="020B0604020202020204" pitchFamily="34" charset="0"/>
              <a:ea typeface="Calibri"/>
              <a:cs typeface="Arial" panose="020B0604020202020204" pitchFamily="34" charset="0"/>
            </a:endParaRPr>
          </a:p>
          <a:p>
            <a:endParaRPr lang="en-US" sz="2000" b="1">
              <a:solidFill>
                <a:schemeClr val="bg1"/>
              </a:solidFill>
              <a:latin typeface="Arial" panose="020B0604020202020204" pitchFamily="34" charset="0"/>
              <a:ea typeface="Aptos" pitchFamily="34" charset="-122"/>
              <a:cs typeface="Arial" panose="020B0604020202020204" pitchFamily="34" charset="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13CE894B-7242-0AD4-D168-E396BDA23434}"/>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35E9A212-D4A0-CCA3-80BC-59790B1D80D1}"/>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34AE4600-4F1E-A68C-97FC-752E15A769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577393C9-111D-B593-C790-C1E6F0E43C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246" name="Slide Number Placeholder 245">
            <a:extLst>
              <a:ext uri="{FF2B5EF4-FFF2-40B4-BE49-F238E27FC236}">
                <a16:creationId xmlns:a16="http://schemas.microsoft.com/office/drawing/2014/main" id="{8E2FB5A3-8CFA-A206-792D-2E046F71EF62}"/>
              </a:ext>
            </a:extLst>
          </p:cNvPr>
          <p:cNvSpPr>
            <a:spLocks noGrp="1"/>
          </p:cNvSpPr>
          <p:nvPr>
            <p:ph type="sldNum" sz="quarter" idx="12"/>
          </p:nvPr>
        </p:nvSpPr>
        <p:spPr/>
        <p:txBody>
          <a:bodyPr/>
          <a:lstStyle/>
          <a:p>
            <a:fld id="{F8B2AEEB-57C9-4BA6-8192-32186CDF2FF3}" type="slidenum">
              <a:rPr lang="en-US" smtClean="0"/>
              <a:t>18</a:t>
            </a:fld>
            <a:endParaRPr lang="en-US"/>
          </a:p>
        </p:txBody>
      </p:sp>
      <p:sp>
        <p:nvSpPr>
          <p:cNvPr id="270" name="Text 8">
            <a:extLst>
              <a:ext uri="{FF2B5EF4-FFF2-40B4-BE49-F238E27FC236}">
                <a16:creationId xmlns:a16="http://schemas.microsoft.com/office/drawing/2014/main" id="{5AC4AC7D-BD67-250F-66E3-8D9597D6FD80}"/>
              </a:ext>
            </a:extLst>
          </p:cNvPr>
          <p:cNvSpPr txBox="1"/>
          <p:nvPr/>
        </p:nvSpPr>
        <p:spPr>
          <a:xfrm>
            <a:off x="264205" y="4133389"/>
            <a:ext cx="5124942" cy="715759"/>
          </a:xfrm>
          <a:prstGeom prst="rect">
            <a:avLst/>
          </a:prstGeom>
          <a:noFill/>
          <a:ln/>
        </p:spPr>
        <p:txBody>
          <a:bodyPr wrap="square" lIns="0" tIns="0" rIns="0" bIns="0" rtlCol="0" anchor="ctr"/>
          <a:lstStyle/>
          <a:p>
            <a:pPr rtl="0"/>
            <a:r>
              <a:rPr lang="en-US" sz="2000">
                <a:latin typeface="Arial" panose="020B0604020202020204" pitchFamily="34" charset="0"/>
                <a:cs typeface="Arial" panose="020B0604020202020204" pitchFamily="34" charset="0"/>
              </a:rPr>
              <a:t>An in-network adversary retransmits valid messages to trigger unintended device actions</a:t>
            </a:r>
            <a:endParaRPr lang="en-US" sz="2000">
              <a:solidFill>
                <a:prstClr val="black"/>
              </a:solidFill>
              <a:latin typeface="Arial" panose="020B0604020202020204" pitchFamily="34" charset="0"/>
              <a:cs typeface="Arial" panose="020B0604020202020204" pitchFamily="34" charset="0"/>
            </a:endParaRPr>
          </a:p>
        </p:txBody>
      </p:sp>
      <p:sp>
        <p:nvSpPr>
          <p:cNvPr id="272" name="Text 9">
            <a:extLst>
              <a:ext uri="{FF2B5EF4-FFF2-40B4-BE49-F238E27FC236}">
                <a16:creationId xmlns:a16="http://schemas.microsoft.com/office/drawing/2014/main" id="{AF0F504E-B555-7E56-FCFA-8210120307D7}"/>
              </a:ext>
            </a:extLst>
          </p:cNvPr>
          <p:cNvSpPr txBox="1"/>
          <p:nvPr/>
        </p:nvSpPr>
        <p:spPr>
          <a:xfrm>
            <a:off x="6454898" y="4081205"/>
            <a:ext cx="5387760" cy="263700"/>
          </a:xfrm>
          <a:prstGeom prst="rect">
            <a:avLst/>
          </a:prstGeom>
          <a:noFill/>
          <a:ln/>
        </p:spPr>
        <p:txBody>
          <a:bodyPr wrap="square" lIns="0" tIns="0" rIns="0" bIns="0" rtlCol="0" anchor="ctr"/>
          <a:lstStyle/>
          <a:p>
            <a:pPr rtl="0"/>
            <a:r>
              <a:rPr lang="en-US" sz="2000">
                <a:latin typeface="Arial" panose="020B0604020202020204" pitchFamily="34" charset="0"/>
                <a:ea typeface="Aptos" pitchFamily="34" charset="-122"/>
                <a:cs typeface="Arial" panose="020B0604020202020204" pitchFamily="34" charset="0"/>
              </a:rPr>
              <a:t>Matter protection mechanisms</a:t>
            </a:r>
            <a:endParaRPr lang="en-US" sz="2000">
              <a:latin typeface="Arial" panose="020B0604020202020204" pitchFamily="34" charset="0"/>
              <a:cs typeface="Arial" panose="020B0604020202020204" pitchFamily="34" charset="0"/>
            </a:endParaRPr>
          </a:p>
        </p:txBody>
      </p:sp>
      <p:sp>
        <p:nvSpPr>
          <p:cNvPr id="274" name="Text 11">
            <a:extLst>
              <a:ext uri="{FF2B5EF4-FFF2-40B4-BE49-F238E27FC236}">
                <a16:creationId xmlns:a16="http://schemas.microsoft.com/office/drawing/2014/main" id="{8AC5E5BA-361A-3BCD-A232-EB3BB1368430}"/>
              </a:ext>
            </a:extLst>
          </p:cNvPr>
          <p:cNvSpPr txBox="1"/>
          <p:nvPr/>
        </p:nvSpPr>
        <p:spPr>
          <a:xfrm>
            <a:off x="6454898" y="4593616"/>
            <a:ext cx="5765672" cy="590550"/>
          </a:xfrm>
          <a:prstGeom prst="rect">
            <a:avLst/>
          </a:prstGeom>
          <a:noFill/>
          <a:ln/>
        </p:spPr>
        <p:txBody>
          <a:bodyPr wrap="square" lIns="0" tIns="0" rIns="0" bIns="0" rtlCol="0" anchor="ctr"/>
          <a:lstStyle/>
          <a:p>
            <a:pPr marL="285750" indent="-285750" rtl="0">
              <a:buFont typeface="Arial" panose="020B0604020202020204" pitchFamily="34" charset="0"/>
              <a:buChar char="•"/>
            </a:pPr>
            <a:r>
              <a:rPr lang="en-US" sz="2000">
                <a:latin typeface="Arial" panose="020B0604020202020204" pitchFamily="34" charset="0"/>
                <a:ea typeface="Aptos" pitchFamily="34" charset="-122"/>
                <a:cs typeface="Arial" panose="020B0604020202020204" pitchFamily="34" charset="0"/>
              </a:rPr>
              <a:t>Per-session message counters </a:t>
            </a:r>
          </a:p>
          <a:p>
            <a:pPr marL="285750" indent="-285750" rtl="0">
              <a:buFont typeface="Arial" panose="020B0604020202020204" pitchFamily="34" charset="0"/>
              <a:buChar char="•"/>
            </a:pPr>
            <a:r>
              <a:rPr lang="en-US" sz="2000">
                <a:solidFill>
                  <a:srgbClr val="1A1A1A"/>
                </a:solidFill>
                <a:latin typeface="Arial" panose="020B0604020202020204" pitchFamily="34" charset="0"/>
                <a:ea typeface="Aptos" pitchFamily="34" charset="-122"/>
                <a:cs typeface="Arial" panose="020B0604020202020204" pitchFamily="34" charset="0"/>
              </a:rPr>
              <a:t>Counter values are cryptographically bound to the session key</a:t>
            </a:r>
            <a:endParaRPr lang="en-US" sz="2000">
              <a:latin typeface="Arial" panose="020B0604020202020204" pitchFamily="34" charset="0"/>
              <a:cs typeface="Arial" panose="020B0604020202020204" pitchFamily="34" charset="0"/>
            </a:endParaRPr>
          </a:p>
        </p:txBody>
      </p:sp>
      <p:sp>
        <p:nvSpPr>
          <p:cNvPr id="289" name="Text 19">
            <a:extLst>
              <a:ext uri="{FF2B5EF4-FFF2-40B4-BE49-F238E27FC236}">
                <a16:creationId xmlns:a16="http://schemas.microsoft.com/office/drawing/2014/main" id="{D4EAA9F0-4EB9-2A92-A0BC-18B123DABD72}"/>
              </a:ext>
            </a:extLst>
          </p:cNvPr>
          <p:cNvSpPr txBox="1"/>
          <p:nvPr/>
        </p:nvSpPr>
        <p:spPr>
          <a:xfrm>
            <a:off x="6454898" y="1685845"/>
            <a:ext cx="5442590" cy="470894"/>
          </a:xfrm>
          <a:prstGeom prst="rect">
            <a:avLst/>
          </a:prstGeom>
          <a:noFill/>
          <a:ln/>
        </p:spPr>
        <p:txBody>
          <a:bodyPr wrap="square" lIns="0" tIns="0" rIns="0" bIns="0" rtlCol="0" anchor="ctr"/>
          <a:lstStyle/>
          <a:p>
            <a:pPr rtl="0"/>
            <a:r>
              <a:rPr lang="en-US" sz="2400" b="1">
                <a:solidFill>
                  <a:srgbClr val="00B050"/>
                </a:solidFill>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cs typeface="Arial" panose="020B0604020202020204" pitchFamily="34" charset="0"/>
              </a:rPr>
              <a:t>Replay attempts failed across all evaluated Matter devices; no messages were accepted or unintended actions triggered.</a:t>
            </a:r>
            <a:endParaRPr lang="en-US" sz="2400">
              <a:solidFill>
                <a:prstClr val="black"/>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3914DCF-1324-EF78-D1D0-DBDE77BD7C8C}"/>
              </a:ext>
            </a:extLst>
          </p:cNvPr>
          <p:cNvSpPr txBox="1"/>
          <p:nvPr/>
        </p:nvSpPr>
        <p:spPr>
          <a:xfrm>
            <a:off x="162840" y="5111419"/>
            <a:ext cx="6100174" cy="1015663"/>
          </a:xfrm>
          <a:prstGeom prst="rect">
            <a:avLst/>
          </a:prstGeom>
          <a:noFill/>
        </p:spPr>
        <p:txBody>
          <a:bodyPr wrap="square">
            <a:spAutoFit/>
          </a:bodyPr>
          <a:lstStyle/>
          <a:p>
            <a:r>
              <a:rPr lang="en-US" sz="2000">
                <a:latin typeface="Arial" panose="020B0604020202020204" pitchFamily="34" charset="0"/>
                <a:cs typeface="Arial" panose="020B0604020202020204" pitchFamily="34" charset="0"/>
              </a:rPr>
              <a:t>Replay attack (Scapy): Captured Matter messages were retransmitted to test the protocol's replay protection.</a:t>
            </a:r>
          </a:p>
        </p:txBody>
      </p:sp>
      <p:pic>
        <p:nvPicPr>
          <p:cNvPr id="9" name="Picture 8">
            <a:extLst>
              <a:ext uri="{FF2B5EF4-FFF2-40B4-BE49-F238E27FC236}">
                <a16:creationId xmlns:a16="http://schemas.microsoft.com/office/drawing/2014/main" id="{8EA4347E-5CC6-A0B1-2FC4-C3E79DD68C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205" y="764118"/>
            <a:ext cx="1963988" cy="2945983"/>
          </a:xfrm>
          <a:prstGeom prst="rect">
            <a:avLst/>
          </a:prstGeom>
        </p:spPr>
      </p:pic>
    </p:spTree>
    <p:extLst>
      <p:ext uri="{BB962C8B-B14F-4D97-AF65-F5344CB8AC3E}">
        <p14:creationId xmlns:p14="http://schemas.microsoft.com/office/powerpoint/2010/main" val="3286287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B911F-4D01-93D7-142D-36EF17D67488}"/>
            </a:ext>
          </a:extLst>
        </p:cNvPr>
        <p:cNvGrpSpPr/>
        <p:nvPr/>
      </p:nvGrpSpPr>
      <p:grpSpPr>
        <a:xfrm>
          <a:off x="0" y="0"/>
          <a:ext cx="0" cy="0"/>
          <a:chOff x="0" y="0"/>
          <a:chExt cx="0" cy="0"/>
        </a:xfrm>
      </p:grpSpPr>
      <p:sp>
        <p:nvSpPr>
          <p:cNvPr id="9" name="Shape 83">
            <a:extLst>
              <a:ext uri="{FF2B5EF4-FFF2-40B4-BE49-F238E27FC236}">
                <a16:creationId xmlns:a16="http://schemas.microsoft.com/office/drawing/2014/main" id="{5FB0738B-ABF6-2F85-8089-C86E09468AEF}"/>
              </a:ext>
            </a:extLst>
          </p:cNvPr>
          <p:cNvSpPr/>
          <p:nvPr/>
        </p:nvSpPr>
        <p:spPr>
          <a:xfrm>
            <a:off x="6629839" y="931078"/>
            <a:ext cx="5278951" cy="1734302"/>
          </a:xfrm>
          <a:prstGeom prst="roundRect">
            <a:avLst>
              <a:gd name="adj" fmla="val 6667"/>
            </a:avLst>
          </a:prstGeom>
          <a:solidFill>
            <a:srgbClr val="F0FA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7" name="Shape 83">
            <a:extLst>
              <a:ext uri="{FF2B5EF4-FFF2-40B4-BE49-F238E27FC236}">
                <a16:creationId xmlns:a16="http://schemas.microsoft.com/office/drawing/2014/main" id="{D7B129A5-A377-E134-47CD-85FD624D4B37}"/>
              </a:ext>
            </a:extLst>
          </p:cNvPr>
          <p:cNvSpPr/>
          <p:nvPr/>
        </p:nvSpPr>
        <p:spPr>
          <a:xfrm>
            <a:off x="6651385" y="3018403"/>
            <a:ext cx="5278951" cy="2704665"/>
          </a:xfrm>
          <a:prstGeom prst="roundRect">
            <a:avLst>
              <a:gd name="adj" fmla="val 6667"/>
            </a:avLst>
          </a:prstGeom>
          <a:solidFill>
            <a:srgbClr val="FFF5F5"/>
          </a:solidFill>
          <a:ln w="12700">
            <a:solidFill>
              <a:srgbClr val="A0B4D0"/>
            </a:solidFill>
            <a:prstDash val="solid"/>
          </a:ln>
        </p:spPr>
        <p:txBody>
          <a:bodyPr/>
          <a:lstStyle/>
          <a:p>
            <a:pPr rtl="0"/>
            <a:endParaRPr lang="en-US">
              <a:solidFill>
                <a:prstClr val="black"/>
              </a:solidFill>
              <a:latin typeface="Calibri" panose="020F0502020204030204"/>
            </a:endParaRPr>
          </a:p>
        </p:txBody>
      </p:sp>
      <p:sp>
        <p:nvSpPr>
          <p:cNvPr id="2" name="ucl-header">
            <a:extLst>
              <a:ext uri="{FF2B5EF4-FFF2-40B4-BE49-F238E27FC236}">
                <a16:creationId xmlns:a16="http://schemas.microsoft.com/office/drawing/2014/main" id="{B06FE660-C9E9-AC5B-1BEA-B2526CC86A0A}"/>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rPr>
              <a:t>  </a:t>
            </a:r>
            <a:r>
              <a:rPr lang="en-GB" sz="2000" b="1">
                <a:solidFill>
                  <a:schemeClr val="bg1"/>
                </a:solidFill>
                <a:latin typeface="Arial" panose="020B0604020202020204" pitchFamily="34" charset="0"/>
                <a:cs typeface="Arial" panose="020B0604020202020204" pitchFamily="34" charset="0"/>
              </a:rPr>
              <a:t>RQ4   Susceptibility of Matter </a:t>
            </a:r>
            <a:r>
              <a:rPr lang="en-US" sz="2000" i="1">
                <a:solidFill>
                  <a:schemeClr val="bg1"/>
                </a:solidFill>
                <a:latin typeface="Arial" panose="020B0604020202020204" pitchFamily="34" charset="0"/>
                <a:cs typeface="Arial" panose="020B0604020202020204" pitchFamily="34" charset="0"/>
              </a:rPr>
              <a:t>traffic to adversarial - </a:t>
            </a:r>
            <a:r>
              <a:rPr lang="en-US" sz="2000" b="1">
                <a:solidFill>
                  <a:schemeClr val="bg1"/>
                </a:solidFill>
                <a:latin typeface="Arial" panose="020B0604020202020204" pitchFamily="34" charset="0"/>
                <a:cs typeface="Arial" panose="020B0604020202020204" pitchFamily="34" charset="0"/>
              </a:rPr>
              <a:t>Unauthorized Pairing Attacks</a:t>
            </a:r>
          </a:p>
          <a:p>
            <a:pPr>
              <a:defRPr sz="3150" b="1">
                <a:solidFill>
                  <a:srgbClr val="121C2B"/>
                </a:solidFill>
                <a:latin typeface="Calibri"/>
                <a:ea typeface="Calibri"/>
                <a:cs typeface="Calibri"/>
              </a:defRPr>
            </a:pPr>
            <a:endParaRPr lang="en-US" sz="2000" i="1">
              <a:solidFill>
                <a:schemeClr val="bg1"/>
              </a:solidFill>
              <a:latin typeface="Arial" panose="020B0604020202020204" pitchFamily="34" charset="0"/>
              <a:cs typeface="Arial" panose="020B0604020202020204" pitchFamily="34" charset="0"/>
            </a:endParaRPr>
          </a:p>
          <a:p>
            <a:pPr>
              <a:defRPr sz="3150" b="1">
                <a:solidFill>
                  <a:srgbClr val="121C2B"/>
                </a:solidFill>
                <a:latin typeface="Calibri"/>
                <a:ea typeface="Calibri"/>
                <a:cs typeface="Calibri"/>
              </a:defRPr>
            </a:pPr>
            <a:endParaRPr lang="en-GB" sz="2000" b="1">
              <a:solidFill>
                <a:schemeClr val="bg1"/>
              </a:solidFill>
              <a:latin typeface="Arial" panose="020B0604020202020204" pitchFamily="34" charset="0"/>
              <a:ea typeface="Calibri"/>
              <a:cs typeface="Arial" panose="020B0604020202020204" pitchFamily="34" charset="0"/>
            </a:endParaRPr>
          </a:p>
          <a:p>
            <a:endParaRPr lang="en-US" sz="2000" b="1">
              <a:solidFill>
                <a:schemeClr val="bg1"/>
              </a:solidFill>
              <a:latin typeface="Aptos" pitchFamily="34" charset="0"/>
              <a:ea typeface="Aptos" pitchFamily="34" charset="-122"/>
              <a:cs typeface="Aptos" pitchFamily="34" charset="-12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9B425768-5E76-4890-13C8-27AFDE18DDAC}"/>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930ABDAC-C538-AC75-2374-D83A29E64665}"/>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5AF6DC40-57E1-330C-31CD-50433DCE1F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FA4DE1C4-BA1F-E13A-0078-39C883FC85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148" name="TextBox 147">
            <a:extLst>
              <a:ext uri="{FF2B5EF4-FFF2-40B4-BE49-F238E27FC236}">
                <a16:creationId xmlns:a16="http://schemas.microsoft.com/office/drawing/2014/main" id="{33A3E5F7-06F6-17F8-F654-0A3FD40FD89B}"/>
              </a:ext>
            </a:extLst>
          </p:cNvPr>
          <p:cNvSpPr txBox="1"/>
          <p:nvPr/>
        </p:nvSpPr>
        <p:spPr>
          <a:xfrm>
            <a:off x="283210" y="6410735"/>
            <a:ext cx="12736350" cy="369332"/>
          </a:xfrm>
          <a:prstGeom prst="rect">
            <a:avLst/>
          </a:prstGeom>
          <a:noFill/>
        </p:spPr>
        <p:txBody>
          <a:bodyPr wrap="square">
            <a:spAutoFit/>
          </a:bodyPr>
          <a:lstStyle/>
          <a:p>
            <a:r>
              <a:rPr lang="en-US" sz="900"/>
              <a:t>N. Shafqat and A. Ranganathan. 2024. Seamlessly Insecure: </a:t>
            </a:r>
          </a:p>
          <a:p>
            <a:r>
              <a:rPr lang="en-US" sz="900"/>
              <a:t>Uncovering Outsider Access Risks in </a:t>
            </a:r>
            <a:r>
              <a:rPr lang="en-US" sz="900" err="1"/>
              <a:t>AiDot</a:t>
            </a:r>
            <a:r>
              <a:rPr lang="en-US" sz="900"/>
              <a:t>-Controlled Matter Devices. </a:t>
            </a:r>
          </a:p>
        </p:txBody>
      </p:sp>
      <p:sp>
        <p:nvSpPr>
          <p:cNvPr id="246" name="Slide Number Placeholder 245">
            <a:extLst>
              <a:ext uri="{FF2B5EF4-FFF2-40B4-BE49-F238E27FC236}">
                <a16:creationId xmlns:a16="http://schemas.microsoft.com/office/drawing/2014/main" id="{741FC695-90D5-A314-C14A-8F7A1FA6B076}"/>
              </a:ext>
            </a:extLst>
          </p:cNvPr>
          <p:cNvSpPr>
            <a:spLocks noGrp="1"/>
          </p:cNvSpPr>
          <p:nvPr>
            <p:ph type="sldNum" sz="quarter" idx="12"/>
          </p:nvPr>
        </p:nvSpPr>
        <p:spPr/>
        <p:txBody>
          <a:bodyPr/>
          <a:lstStyle/>
          <a:p>
            <a:fld id="{F8B2AEEB-57C9-4BA6-8192-32186CDF2FF3}" type="slidenum">
              <a:rPr lang="en-US" smtClean="0"/>
              <a:t>19</a:t>
            </a:fld>
            <a:endParaRPr lang="en-US"/>
          </a:p>
        </p:txBody>
      </p:sp>
      <p:sp>
        <p:nvSpPr>
          <p:cNvPr id="296" name="TextBox 295">
            <a:extLst>
              <a:ext uri="{FF2B5EF4-FFF2-40B4-BE49-F238E27FC236}">
                <a16:creationId xmlns:a16="http://schemas.microsoft.com/office/drawing/2014/main" id="{E7616E09-94AD-DDA5-2ADE-16059106CB93}"/>
              </a:ext>
            </a:extLst>
          </p:cNvPr>
          <p:cNvSpPr txBox="1"/>
          <p:nvPr/>
        </p:nvSpPr>
        <p:spPr>
          <a:xfrm>
            <a:off x="283210" y="3270149"/>
            <a:ext cx="5110589" cy="1015663"/>
          </a:xfrm>
          <a:prstGeom prst="rect">
            <a:avLst/>
          </a:prstGeom>
          <a:noFill/>
        </p:spPr>
        <p:txBody>
          <a:bodyPr wrap="square">
            <a:spAutoFit/>
          </a:bodyPr>
          <a:lstStyle/>
          <a:p>
            <a:r>
              <a:rPr lang="en-US" sz="2000">
                <a:latin typeface="Arial" panose="020B0604020202020204" pitchFamily="34" charset="0"/>
                <a:cs typeface="Arial" panose="020B0604020202020204" pitchFamily="34" charset="0"/>
              </a:rPr>
              <a:t>An attacker attempts to commission a Matter device without authorization from the legitimate owner.</a:t>
            </a:r>
          </a:p>
        </p:txBody>
      </p:sp>
      <p:sp>
        <p:nvSpPr>
          <p:cNvPr id="298" name="Text 12">
            <a:extLst>
              <a:ext uri="{FF2B5EF4-FFF2-40B4-BE49-F238E27FC236}">
                <a16:creationId xmlns:a16="http://schemas.microsoft.com/office/drawing/2014/main" id="{CD1A7A70-31D8-6322-7FEC-5AD6644B21FC}"/>
              </a:ext>
            </a:extLst>
          </p:cNvPr>
          <p:cNvSpPr txBox="1"/>
          <p:nvPr/>
        </p:nvSpPr>
        <p:spPr>
          <a:xfrm>
            <a:off x="283210" y="5016756"/>
            <a:ext cx="6124964" cy="1120902"/>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a:latin typeface="Arial" panose="020B0604020202020204" pitchFamily="34" charset="0"/>
                <a:ea typeface="Aptos" pitchFamily="34" charset="-122"/>
                <a:cs typeface="Arial" panose="020B0604020202020204" pitchFamily="34" charset="0"/>
              </a:rPr>
              <a:t>Physical access</a:t>
            </a:r>
            <a:r>
              <a:rPr lang="en-US" sz="2000">
                <a:solidFill>
                  <a:srgbClr val="1F3864"/>
                </a:solidFill>
                <a:latin typeface="Arial" panose="020B0604020202020204" pitchFamily="34" charset="0"/>
                <a:ea typeface="Aptos" pitchFamily="34" charset="-122"/>
                <a:cs typeface="Arial" panose="020B0604020202020204" pitchFamily="34" charset="0"/>
              </a:rPr>
              <a:t>		</a:t>
            </a:r>
            <a:r>
              <a:rPr lang="en-US" sz="2000">
                <a:solidFill>
                  <a:srgbClr val="1A1A1A"/>
                </a:solidFill>
                <a:latin typeface="Arial" panose="020B0604020202020204" pitchFamily="34" charset="0"/>
                <a:ea typeface="Aptos" pitchFamily="34" charset="-122"/>
                <a:cs typeface="Arial" panose="020B0604020202020204" pitchFamily="34" charset="0"/>
              </a:rPr>
              <a:t>Out-of-band action </a:t>
            </a:r>
          </a:p>
          <a:p>
            <a:pPr marL="285750" indent="-285750">
              <a:buFont typeface="Arial" panose="020B0604020202020204" pitchFamily="34" charset="0"/>
              <a:buChar char="•"/>
            </a:pPr>
            <a:r>
              <a:rPr lang="en-US" sz="2000">
                <a:latin typeface="Arial" panose="020B0604020202020204" pitchFamily="34" charset="0"/>
                <a:ea typeface="Aptos" pitchFamily="34" charset="-122"/>
                <a:cs typeface="Arial" panose="020B0604020202020204" pitchFamily="34" charset="0"/>
              </a:rPr>
              <a:t>Device credentials</a:t>
            </a:r>
            <a:r>
              <a:rPr lang="en-US" sz="2000">
                <a:solidFill>
                  <a:srgbClr val="1F3864"/>
                </a:solidFill>
                <a:latin typeface="Arial" panose="020B0604020202020204" pitchFamily="34" charset="0"/>
                <a:ea typeface="Aptos" pitchFamily="34" charset="-122"/>
                <a:cs typeface="Arial" panose="020B0604020202020204" pitchFamily="34" charset="0"/>
              </a:rPr>
              <a:t>		</a:t>
            </a:r>
            <a:r>
              <a:rPr lang="en-US" sz="2000">
                <a:solidFill>
                  <a:srgbClr val="1A1A1A"/>
                </a:solidFill>
                <a:latin typeface="Arial" panose="020B0604020202020204" pitchFamily="34" charset="0"/>
                <a:ea typeface="Aptos" pitchFamily="34" charset="-122"/>
                <a:cs typeface="Arial" panose="020B0604020202020204" pitchFamily="34" charset="0"/>
              </a:rPr>
              <a:t>Setup (QR/number)</a:t>
            </a:r>
            <a:endParaRPr lang="en-US" sz="2000">
              <a:solidFill>
                <a:prstClr val="black"/>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Commissioning window	15 minutes (Default)</a:t>
            </a:r>
          </a:p>
          <a:p>
            <a:pPr marL="285750" indent="-285750">
              <a:buFont typeface="Arial" panose="020B0604020202020204" pitchFamily="34" charset="0"/>
              <a:buChar char="•"/>
            </a:pPr>
            <a:r>
              <a:rPr lang="en-US" sz="2000">
                <a:solidFill>
                  <a:prstClr val="black"/>
                </a:solidFill>
                <a:latin typeface="Arial" panose="020B0604020202020204" pitchFamily="34" charset="0"/>
                <a:cs typeface="Arial" panose="020B0604020202020204" pitchFamily="34" charset="0"/>
              </a:rPr>
              <a:t>Extended Commissioning	48 Hours (Pid/VID)</a:t>
            </a:r>
          </a:p>
        </p:txBody>
      </p:sp>
      <p:sp>
        <p:nvSpPr>
          <p:cNvPr id="300" name="Text 36">
            <a:extLst>
              <a:ext uri="{FF2B5EF4-FFF2-40B4-BE49-F238E27FC236}">
                <a16:creationId xmlns:a16="http://schemas.microsoft.com/office/drawing/2014/main" id="{970ABCC6-C3E2-E23D-0F86-B79D6A61C591}"/>
              </a:ext>
            </a:extLst>
          </p:cNvPr>
          <p:cNvSpPr txBox="1"/>
          <p:nvPr/>
        </p:nvSpPr>
        <p:spPr>
          <a:xfrm>
            <a:off x="6868002" y="1022283"/>
            <a:ext cx="4732222" cy="1554662"/>
          </a:xfrm>
          <a:prstGeom prst="rect">
            <a:avLst/>
          </a:prstGeom>
          <a:noFill/>
          <a:ln/>
        </p:spPr>
        <p:txBody>
          <a:bodyPr wrap="square" lIns="0" tIns="0" rIns="0" bIns="0" rtlCol="0" anchor="ctr"/>
          <a:lstStyle/>
          <a:p>
            <a:pPr rtl="0"/>
            <a:r>
              <a:rPr lang="en-US" sz="2400" b="1">
                <a:solidFill>
                  <a:srgbClr val="00B05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b="1">
                <a:latin typeface="Arial" panose="020B0604020202020204" pitchFamily="34" charset="0"/>
                <a:ea typeface="Aptos" pitchFamily="34" charset="-122"/>
                <a:cs typeface="Arial" panose="020B0604020202020204" pitchFamily="34" charset="0"/>
              </a:rPr>
              <a:t> </a:t>
            </a:r>
            <a:r>
              <a:rPr lang="en-US" sz="2400">
                <a:latin typeface="Arial" panose="020B0604020202020204" pitchFamily="34" charset="0"/>
                <a:ea typeface="Aptos" pitchFamily="34" charset="-122"/>
                <a:cs typeface="Arial" panose="020B0604020202020204" pitchFamily="34" charset="0"/>
              </a:rPr>
              <a:t>T</a:t>
            </a:r>
            <a:r>
              <a:rPr lang="en-US" sz="2400">
                <a:latin typeface="Arial" panose="020B0604020202020204" pitchFamily="34" charset="0"/>
                <a:cs typeface="Arial" panose="020B0604020202020204" pitchFamily="34" charset="0"/>
              </a:rPr>
              <a:t>esting </a:t>
            </a:r>
            <a:r>
              <a:rPr lang="en-US" sz="2400"/>
              <a:t>verified commissioning requires an active window and user interaction (e.g., physical access or setup code</a:t>
            </a:r>
            <a:endParaRPr lang="en-US" sz="2400">
              <a:latin typeface="Arial" panose="020B0604020202020204" pitchFamily="34" charset="0"/>
              <a:cs typeface="Arial" panose="020B0604020202020204" pitchFamily="34" charset="0"/>
            </a:endParaRPr>
          </a:p>
        </p:txBody>
      </p:sp>
      <p:sp>
        <p:nvSpPr>
          <p:cNvPr id="303" name="Text 42">
            <a:extLst>
              <a:ext uri="{FF2B5EF4-FFF2-40B4-BE49-F238E27FC236}">
                <a16:creationId xmlns:a16="http://schemas.microsoft.com/office/drawing/2014/main" id="{F2553465-9A8B-D06B-E356-F2AA6B4A758F}"/>
              </a:ext>
            </a:extLst>
          </p:cNvPr>
          <p:cNvSpPr txBox="1"/>
          <p:nvPr/>
        </p:nvSpPr>
        <p:spPr>
          <a:xfrm>
            <a:off x="6868002" y="4419494"/>
            <a:ext cx="5040788" cy="585520"/>
          </a:xfrm>
          <a:prstGeom prst="rect">
            <a:avLst/>
          </a:prstGeom>
          <a:noFill/>
          <a:ln/>
        </p:spPr>
        <p:txBody>
          <a:bodyPr wrap="square" lIns="0" tIns="0" rIns="0" bIns="0" rtlCol="0" anchor="ctr"/>
          <a:lstStyle/>
          <a:p>
            <a:pPr rtl="0"/>
            <a:r>
              <a:rPr lang="en-US" sz="2400">
                <a:latin typeface="Arial" panose="020B0604020202020204" pitchFamily="34" charset="0"/>
                <a:ea typeface="Aptos" pitchFamily="34" charset="-122"/>
                <a:cs typeface="Arial" panose="020B0604020202020204" pitchFamily="34" charset="0"/>
              </a:rPr>
              <a:t>Four devices </a:t>
            </a:r>
            <a:r>
              <a:rPr lang="en-US" sz="2400">
                <a:latin typeface="Arial" panose="020B0604020202020204" pitchFamily="34" charset="0"/>
                <a:cs typeface="Arial" panose="020B0604020202020204" pitchFamily="34" charset="0"/>
              </a:rPr>
              <a:t>vulnerable to unauthorized pairing via the </a:t>
            </a:r>
            <a:r>
              <a:rPr lang="en-US" sz="2400" err="1">
                <a:latin typeface="Arial" panose="020B0604020202020204" pitchFamily="34" charset="0"/>
                <a:cs typeface="Arial" panose="020B0604020202020204" pitchFamily="34" charset="0"/>
              </a:rPr>
              <a:t>AiDot</a:t>
            </a:r>
            <a:r>
              <a:rPr lang="en-US" sz="2400">
                <a:latin typeface="Arial" panose="020B0604020202020204" pitchFamily="34" charset="0"/>
                <a:cs typeface="Arial" panose="020B0604020202020204" pitchFamily="34" charset="0"/>
              </a:rPr>
              <a:t> APP after Matter commissioning, This is consistent with prior work *. </a:t>
            </a:r>
            <a:endParaRPr lang="en-US" sz="2400">
              <a:solidFill>
                <a:prstClr val="black"/>
              </a:solidFill>
              <a:latin typeface="Arial" panose="020B0604020202020204" pitchFamily="34" charset="0"/>
              <a:cs typeface="Arial" panose="020B0604020202020204" pitchFamily="34" charset="0"/>
            </a:endParaRPr>
          </a:p>
        </p:txBody>
      </p:sp>
      <p:sp>
        <p:nvSpPr>
          <p:cNvPr id="305" name="Text 40">
            <a:extLst>
              <a:ext uri="{FF2B5EF4-FFF2-40B4-BE49-F238E27FC236}">
                <a16:creationId xmlns:a16="http://schemas.microsoft.com/office/drawing/2014/main" id="{04CC66C9-D054-668F-9DD3-8EEC943B5D7E}"/>
              </a:ext>
            </a:extLst>
          </p:cNvPr>
          <p:cNvSpPr txBox="1"/>
          <p:nvPr/>
        </p:nvSpPr>
        <p:spPr>
          <a:xfrm>
            <a:off x="6850178" y="3254435"/>
            <a:ext cx="4912975" cy="368041"/>
          </a:xfrm>
          <a:prstGeom prst="rect">
            <a:avLst/>
          </a:prstGeom>
          <a:noFill/>
          <a:ln/>
        </p:spPr>
        <p:txBody>
          <a:bodyPr wrap="square" lIns="0" tIns="0" rIns="0" bIns="0" rtlCol="0" anchor="ctr"/>
          <a:lstStyle/>
          <a:p>
            <a:pPr rtl="0"/>
            <a:r>
              <a:rPr lang="en-US" sz="2400" b="1">
                <a:solidFill>
                  <a:srgbClr val="C00000"/>
                </a:solidFill>
                <a:latin typeface="Arial" panose="020B0604020202020204" pitchFamily="34" charset="0"/>
                <a:ea typeface="Aptos" pitchFamily="34" charset="-122"/>
                <a:cs typeface="Arial" panose="020B0604020202020204" pitchFamily="34" charset="0"/>
              </a:rPr>
              <a:t>✗</a:t>
            </a:r>
            <a:r>
              <a:rPr lang="en-US" sz="2400" b="1">
                <a:solidFill>
                  <a:srgbClr val="FFFFFF"/>
                </a:solidFill>
                <a:latin typeface="Arial" panose="020B0604020202020204" pitchFamily="34" charset="0"/>
                <a:ea typeface="Aptos" pitchFamily="34" charset="-122"/>
                <a:cs typeface="Arial" panose="020B0604020202020204" pitchFamily="34" charset="0"/>
              </a:rPr>
              <a:t> </a:t>
            </a:r>
            <a:r>
              <a:rPr lang="en-US" sz="2400" err="1">
                <a:latin typeface="Arial" panose="020B0604020202020204" pitchFamily="34" charset="0"/>
                <a:ea typeface="Aptos" pitchFamily="34" charset="-122"/>
                <a:cs typeface="Arial" panose="020B0604020202020204" pitchFamily="34" charset="0"/>
              </a:rPr>
              <a:t>AiDot</a:t>
            </a:r>
            <a:r>
              <a:rPr lang="en-US" sz="2400">
                <a:latin typeface="Arial" panose="020B0604020202020204" pitchFamily="34" charset="0"/>
                <a:ea typeface="Aptos" pitchFamily="34" charset="-122"/>
                <a:cs typeface="Arial" panose="020B0604020202020204" pitchFamily="34" charset="0"/>
              </a:rPr>
              <a:t>-compatible devices permit </a:t>
            </a:r>
            <a:r>
              <a:rPr lang="en-US" sz="2400">
                <a:latin typeface="Arial" panose="020B0604020202020204" pitchFamily="34" charset="0"/>
                <a:cs typeface="Arial" panose="020B0604020202020204" pitchFamily="34" charset="0"/>
              </a:rPr>
              <a:t>unauthorized  </a:t>
            </a:r>
            <a:r>
              <a:rPr lang="en-US" sz="2400">
                <a:latin typeface="Arial" panose="020B0604020202020204" pitchFamily="34" charset="0"/>
                <a:ea typeface="Aptos" pitchFamily="34" charset="-122"/>
                <a:cs typeface="Arial" panose="020B0604020202020204" pitchFamily="34" charset="0"/>
              </a:rPr>
              <a:t>commissioning </a:t>
            </a:r>
            <a:endParaRPr lang="en-US" sz="2400">
              <a:latin typeface="Arial" panose="020B0604020202020204" pitchFamily="34" charset="0"/>
              <a:cs typeface="Arial" panose="020B0604020202020204" pitchFamily="34" charset="0"/>
            </a:endParaRPr>
          </a:p>
        </p:txBody>
      </p:sp>
      <p:sp>
        <p:nvSpPr>
          <p:cNvPr id="4" name="Text 9">
            <a:extLst>
              <a:ext uri="{FF2B5EF4-FFF2-40B4-BE49-F238E27FC236}">
                <a16:creationId xmlns:a16="http://schemas.microsoft.com/office/drawing/2014/main" id="{F1746DE2-EE43-FA95-F05A-7FB043C29D81}"/>
              </a:ext>
            </a:extLst>
          </p:cNvPr>
          <p:cNvSpPr txBox="1"/>
          <p:nvPr/>
        </p:nvSpPr>
        <p:spPr>
          <a:xfrm>
            <a:off x="283210" y="4558889"/>
            <a:ext cx="5387760" cy="263700"/>
          </a:xfrm>
          <a:prstGeom prst="rect">
            <a:avLst/>
          </a:prstGeom>
          <a:noFill/>
          <a:ln/>
        </p:spPr>
        <p:txBody>
          <a:bodyPr wrap="square" lIns="0" tIns="0" rIns="0" bIns="0" rtlCol="0" anchor="ctr"/>
          <a:lstStyle/>
          <a:p>
            <a:pPr rtl="0"/>
            <a:r>
              <a:rPr lang="en-US" sz="2000">
                <a:latin typeface="Arial" panose="020B0604020202020204" pitchFamily="34" charset="0"/>
                <a:ea typeface="Aptos" pitchFamily="34" charset="-122"/>
                <a:cs typeface="Arial" panose="020B0604020202020204" pitchFamily="34" charset="0"/>
              </a:rPr>
              <a:t>Matter's protection mechanism</a:t>
            </a:r>
            <a:endParaRPr lang="en-US" sz="20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BDD0915-CB5F-2657-1D21-493B5093DB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3210" y="764651"/>
            <a:ext cx="1592301" cy="2388452"/>
          </a:xfrm>
          <a:prstGeom prst="rect">
            <a:avLst/>
          </a:prstGeom>
        </p:spPr>
      </p:pic>
    </p:spTree>
    <p:extLst>
      <p:ext uri="{BB962C8B-B14F-4D97-AF65-F5344CB8AC3E}">
        <p14:creationId xmlns:p14="http://schemas.microsoft.com/office/powerpoint/2010/main" val="1316082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8CBFC-3B8B-477F-F5C2-038542EA8F87}"/>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00CA3965-B27C-8D03-5F40-BAE66C478BBA}"/>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endParaRPr lang="en-GB" sz="2000" b="1">
              <a:solidFill>
                <a:schemeClr val="bg1"/>
              </a:solidFill>
              <a:ea typeface="Calibri"/>
              <a:cs typeface="Calibri"/>
            </a:endParaRPr>
          </a:p>
          <a:p>
            <a:endParaRPr lang="en-US" sz="2000" b="1">
              <a:solidFill>
                <a:schemeClr val="bg1"/>
              </a:solidFill>
              <a:latin typeface="Aptos" pitchFamily="34" charset="0"/>
              <a:ea typeface="Aptos" pitchFamily="34" charset="-122"/>
              <a:cs typeface="Aptos" pitchFamily="34" charset="-12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25182C8B-963C-8DF5-B266-41D059D29684}"/>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6EF2B1A2-9225-EC39-4540-0DA0368A69DE}"/>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D23554C1-404F-F802-42D8-A2C2FB64EA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20C3C78D-DA12-A66D-1E88-317D36334EC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33" name="TextBox 32">
            <a:extLst>
              <a:ext uri="{FF2B5EF4-FFF2-40B4-BE49-F238E27FC236}">
                <a16:creationId xmlns:a16="http://schemas.microsoft.com/office/drawing/2014/main" id="{DD78288D-F1B9-79FE-8BC2-B8B6661D00DD}"/>
              </a:ext>
            </a:extLst>
          </p:cNvPr>
          <p:cNvSpPr txBox="1"/>
          <p:nvPr/>
        </p:nvSpPr>
        <p:spPr>
          <a:xfrm>
            <a:off x="76079" y="132287"/>
            <a:ext cx="6137564" cy="400110"/>
          </a:xfrm>
          <a:prstGeom prst="rect">
            <a:avLst/>
          </a:prstGeom>
          <a:noFill/>
        </p:spPr>
        <p:txBody>
          <a:bodyPr wrap="square">
            <a:spAutoFit/>
          </a:bodyPr>
          <a:lstStyle/>
          <a:p>
            <a:r>
              <a:rPr lang="en-US" sz="2000" b="1">
                <a:solidFill>
                  <a:schemeClr val="bg1"/>
                </a:solidFill>
                <a:latin typeface="Arial" panose="020B0604020202020204" pitchFamily="34" charset="0"/>
                <a:cs typeface="Arial" panose="020B0604020202020204" pitchFamily="34" charset="0"/>
              </a:rPr>
              <a:t>Conclusions &amp; Key Findings</a:t>
            </a:r>
          </a:p>
        </p:txBody>
      </p:sp>
      <p:sp>
        <p:nvSpPr>
          <p:cNvPr id="37" name="TextBox 36">
            <a:extLst>
              <a:ext uri="{FF2B5EF4-FFF2-40B4-BE49-F238E27FC236}">
                <a16:creationId xmlns:a16="http://schemas.microsoft.com/office/drawing/2014/main" id="{9105F36A-30B6-3AAB-6785-08D79A399462}"/>
              </a:ext>
            </a:extLst>
          </p:cNvPr>
          <p:cNvSpPr txBox="1"/>
          <p:nvPr/>
        </p:nvSpPr>
        <p:spPr>
          <a:xfrm>
            <a:off x="482325" y="843677"/>
            <a:ext cx="11198268" cy="5170646"/>
          </a:xfrm>
          <a:prstGeom prst="rect">
            <a:avLst/>
          </a:prstGeom>
          <a:noFill/>
        </p:spPr>
        <p:txBody>
          <a:bodyPr wrap="square">
            <a:spAutoFit/>
          </a:bodyPr>
          <a:lstStyle/>
          <a:p>
            <a:pPr>
              <a:spcAft>
                <a:spcPts val="600"/>
              </a:spcAft>
            </a:pPr>
            <a:r>
              <a:rPr lang="en-US" b="1">
                <a:latin typeface="Arial" panose="020B0604020202020204" pitchFamily="34" charset="0"/>
                <a:cs typeface="Arial" panose="020B0604020202020204" pitchFamily="34" charset="0"/>
              </a:rPr>
              <a:t>Key Findings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Matter raises the IoT security baseline through enforced encryption and authentication — but some security and privacy properties remain heavily vendor-dependent</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Real-world deployments show inconsistent specification adherence and measurable privacy exposure via mDNS.</a:t>
            </a:r>
          </a:p>
          <a:p>
            <a:pPr marL="285750" indent="-285750">
              <a:spcAft>
                <a:spcPts val="600"/>
              </a:spcAft>
              <a:buFont typeface="Arial" panose="020B0604020202020204" pitchFamily="34" charset="0"/>
              <a:buChar char="•"/>
            </a:pPr>
            <a:endParaRPr lang="en-US">
              <a:latin typeface="Arial" panose="020B0604020202020204" pitchFamily="34" charset="0"/>
              <a:cs typeface="Arial" panose="020B0604020202020204" pitchFamily="34" charset="0"/>
            </a:endParaRPr>
          </a:p>
          <a:p>
            <a:pPr>
              <a:spcAft>
                <a:spcPts val="600"/>
              </a:spcAft>
            </a:pPr>
            <a:r>
              <a:rPr lang="en-US" b="1">
                <a:latin typeface="Arial" panose="020B0604020202020204" pitchFamily="34" charset="0"/>
                <a:cs typeface="Arial" panose="020B0604020202020204" pitchFamily="34" charset="0"/>
              </a:rPr>
              <a:t>For Manufacturers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Limit mDNS advertisements to discovery-required fields only; implement RDI rotation with short lifespans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Dual-stack devices must not allow non-Matter functionality to undermine Matter security guarantees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Provide timely Matter specification-version updates with clearly communicated support periods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Give users control over privacy-sensitive discovery broadcasts</a:t>
            </a:r>
          </a:p>
          <a:p>
            <a:pPr>
              <a:spcAft>
                <a:spcPts val="600"/>
              </a:spcAft>
            </a:pPr>
            <a:endParaRPr lang="en-US" b="1">
              <a:latin typeface="Arial" panose="020B0604020202020204" pitchFamily="34" charset="0"/>
              <a:cs typeface="Arial" panose="020B0604020202020204" pitchFamily="34" charset="0"/>
            </a:endParaRPr>
          </a:p>
          <a:p>
            <a:pPr>
              <a:spcAft>
                <a:spcPts val="600"/>
              </a:spcAft>
            </a:pPr>
            <a:r>
              <a:rPr lang="en-US" b="1">
                <a:latin typeface="Arial" panose="020B0604020202020204" pitchFamily="34" charset="0"/>
                <a:cs typeface="Arial" panose="020B0604020202020204" pitchFamily="34" charset="0"/>
              </a:rPr>
              <a:t>For Standardization &amp; Regulatory Bodies</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Revise mDNS scoping and RDI rotation requirements in the Matter Specification</a:t>
            </a:r>
          </a:p>
          <a:p>
            <a:pPr marL="285750" indent="-285750">
              <a:spcAft>
                <a:spcPts val="600"/>
              </a:spcAft>
              <a:buFont typeface="Arial" panose="020B0604020202020204" pitchFamily="34" charset="0"/>
              <a:buChar char="•"/>
            </a:pPr>
            <a:r>
              <a:rPr lang="en-US">
                <a:latin typeface="Arial" panose="020B0604020202020204" pitchFamily="34" charset="0"/>
                <a:cs typeface="Arial" panose="020B0604020202020204" pitchFamily="34" charset="0"/>
              </a:rPr>
              <a:t>Mandate Specification-version currency as a condition of certification renewal</a:t>
            </a:r>
          </a:p>
        </p:txBody>
      </p:sp>
    </p:spTree>
    <p:extLst>
      <p:ext uri="{BB962C8B-B14F-4D97-AF65-F5344CB8AC3E}">
        <p14:creationId xmlns:p14="http://schemas.microsoft.com/office/powerpoint/2010/main" val="3651113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C8AB-78FF-BA11-A32E-FC1D5C9A5E80}"/>
            </a:ext>
          </a:extLst>
        </p:cNvPr>
        <p:cNvGrpSpPr/>
        <p:nvPr/>
      </p:nvGrpSpPr>
      <p:grpSpPr>
        <a:xfrm>
          <a:off x="0" y="0"/>
          <a:ext cx="0" cy="0"/>
          <a:chOff x="0" y="0"/>
          <a:chExt cx="0" cy="0"/>
        </a:xfrm>
      </p:grpSpPr>
      <p:sp>
        <p:nvSpPr>
          <p:cNvPr id="2" name="ucl-header">
            <a:extLst>
              <a:ext uri="{FF2B5EF4-FFF2-40B4-BE49-F238E27FC236}">
                <a16:creationId xmlns:a16="http://schemas.microsoft.com/office/drawing/2014/main" id="{4C569962-93E3-A04C-10D5-78BAE9E11B63}"/>
              </a:ext>
            </a:extLst>
          </p:cNvPr>
          <p:cNvSpPr>
            <a:spLocks noGrp="1"/>
          </p:cNvSpPr>
          <p:nvPr/>
        </p:nvSpPr>
        <p:spPr>
          <a:xfrm>
            <a:off x="0" y="0"/>
            <a:ext cx="12192000" cy="590550"/>
          </a:xfrm>
          <a:prstGeom prst="rect">
            <a:avLst/>
          </a:prstGeom>
          <a:solidFill>
            <a:srgbClr val="111111"/>
          </a:solidFill>
          <a:ln w="0">
            <a:solidFill>
              <a:srgbClr val="111111"/>
            </a:solidFill>
            <a:prstDash val="solid"/>
          </a:ln>
        </p:spPr>
        <p:txBody>
          <a:bodyPr/>
          <a:lstStyle/>
          <a:p>
            <a:pPr>
              <a:defRPr sz="3150" b="1">
                <a:solidFill>
                  <a:srgbClr val="121C2B"/>
                </a:solidFill>
                <a:latin typeface="Calibri"/>
                <a:ea typeface="Calibri"/>
                <a:cs typeface="Calibri"/>
              </a:defRPr>
            </a:pPr>
            <a:r>
              <a:rPr lang="en-US" sz="2800" b="1">
                <a:solidFill>
                  <a:schemeClr val="bg1"/>
                </a:solidFill>
              </a:rPr>
              <a:t>  </a:t>
            </a:r>
            <a:endParaRPr lang="en-GB" sz="2000" b="1">
              <a:solidFill>
                <a:schemeClr val="bg1"/>
              </a:solidFill>
            </a:endParaRPr>
          </a:p>
          <a:p>
            <a:pPr>
              <a:defRPr sz="3150" b="1">
                <a:solidFill>
                  <a:srgbClr val="121C2B"/>
                </a:solidFill>
                <a:latin typeface="Calibri"/>
                <a:ea typeface="Calibri"/>
                <a:cs typeface="Calibri"/>
              </a:defRPr>
            </a:pPr>
            <a:endParaRPr lang="en-US" sz="2000" i="1">
              <a:solidFill>
                <a:schemeClr val="bg1"/>
              </a:solidFill>
              <a:latin typeface="Calibri" pitchFamily="34" charset="0"/>
              <a:cs typeface="Calibri" pitchFamily="34" charset="-120"/>
            </a:endParaRPr>
          </a:p>
          <a:p>
            <a:pPr>
              <a:defRPr sz="3150" b="1">
                <a:solidFill>
                  <a:srgbClr val="121C2B"/>
                </a:solidFill>
                <a:latin typeface="Calibri"/>
                <a:ea typeface="Calibri"/>
                <a:cs typeface="Calibri"/>
              </a:defRPr>
            </a:pPr>
            <a:endParaRPr lang="en-GB" sz="2400" b="1">
              <a:solidFill>
                <a:schemeClr val="bg1"/>
              </a:solidFill>
              <a:latin typeface="Calibri"/>
              <a:ea typeface="Calibri"/>
              <a:cs typeface="Calibri"/>
            </a:endParaRPr>
          </a:p>
          <a:p>
            <a:endParaRPr lang="en-US" sz="2000" b="1">
              <a:solidFill>
                <a:schemeClr val="bg1"/>
              </a:solidFill>
              <a:latin typeface="Aptos" pitchFamily="34" charset="0"/>
              <a:ea typeface="Aptos" pitchFamily="34" charset="-122"/>
              <a:cs typeface="Aptos" pitchFamily="34" charset="-120"/>
            </a:endParaRPr>
          </a:p>
          <a:p>
            <a:endParaRPr lang="en-US" sz="2000"/>
          </a:p>
          <a:p>
            <a:endParaRPr lang="en-US" sz="2000"/>
          </a:p>
          <a:p>
            <a:pPr>
              <a:defRPr sz="3150" b="1">
                <a:solidFill>
                  <a:srgbClr val="121C2B"/>
                </a:solidFill>
                <a:latin typeface="Calibri"/>
                <a:ea typeface="Calibri"/>
                <a:cs typeface="Calibri"/>
              </a:defRPr>
            </a:pPr>
            <a:endParaRPr lang="en-US" sz="2800" b="1">
              <a:solidFill>
                <a:schemeClr val="bg1"/>
              </a:solidFill>
              <a:latin typeface="Calibri"/>
              <a:ea typeface="Calibri"/>
              <a:cs typeface="Calibri"/>
            </a:endParaRPr>
          </a:p>
        </p:txBody>
      </p:sp>
      <p:grpSp>
        <p:nvGrpSpPr>
          <p:cNvPr id="14" name="Group 13">
            <a:extLst>
              <a:ext uri="{FF2B5EF4-FFF2-40B4-BE49-F238E27FC236}">
                <a16:creationId xmlns:a16="http://schemas.microsoft.com/office/drawing/2014/main" id="{C0267DED-8D2D-6957-5332-3CD128B18C01}"/>
              </a:ext>
            </a:extLst>
          </p:cNvPr>
          <p:cNvGrpSpPr/>
          <p:nvPr/>
        </p:nvGrpSpPr>
        <p:grpSpPr>
          <a:xfrm>
            <a:off x="10445262" y="153448"/>
            <a:ext cx="1583424" cy="248686"/>
            <a:chOff x="9634327" y="137428"/>
            <a:chExt cx="1993429" cy="346761"/>
          </a:xfrm>
        </p:grpSpPr>
        <p:pic>
          <p:nvPicPr>
            <p:cNvPr id="15" name="Picture 14">
              <a:extLst>
                <a:ext uri="{FF2B5EF4-FFF2-40B4-BE49-F238E27FC236}">
                  <a16:creationId xmlns:a16="http://schemas.microsoft.com/office/drawing/2014/main" id="{11231D2C-8CBE-B20D-D326-461A0460968F}"/>
                </a:ext>
              </a:extLst>
            </p:cNvPr>
            <p:cNvPicPr>
              <a:picLocks noChangeAspect="1"/>
            </p:cNvPicPr>
            <p:nvPr/>
          </p:nvPicPr>
          <p:blipFill>
            <a:blip r:embed="rId3"/>
            <a:stretch>
              <a:fillRect/>
            </a:stretch>
          </p:blipFill>
          <p:spPr>
            <a:xfrm>
              <a:off x="9634327" y="155596"/>
              <a:ext cx="1078004" cy="300381"/>
            </a:xfrm>
            <a:prstGeom prst="rect">
              <a:avLst/>
            </a:prstGeom>
          </p:spPr>
        </p:pic>
        <p:pic>
          <p:nvPicPr>
            <p:cNvPr id="16" name="Picture 15">
              <a:extLst>
                <a:ext uri="{FF2B5EF4-FFF2-40B4-BE49-F238E27FC236}">
                  <a16:creationId xmlns:a16="http://schemas.microsoft.com/office/drawing/2014/main" id="{295BF6A5-5500-8355-AC5B-DFBA66DE3A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80996" y="137428"/>
              <a:ext cx="346760" cy="343712"/>
            </a:xfrm>
            <a:prstGeom prst="rect">
              <a:avLst/>
            </a:prstGeom>
          </p:spPr>
        </p:pic>
        <p:pic>
          <p:nvPicPr>
            <p:cNvPr id="17" name="Picture 16">
              <a:extLst>
                <a:ext uri="{FF2B5EF4-FFF2-40B4-BE49-F238E27FC236}">
                  <a16:creationId xmlns:a16="http://schemas.microsoft.com/office/drawing/2014/main" id="{D3847D0A-B64B-B373-F41F-D1EDC78782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42768" y="137428"/>
              <a:ext cx="346761" cy="346761"/>
            </a:xfrm>
            <a:prstGeom prst="rect">
              <a:avLst/>
            </a:prstGeom>
          </p:spPr>
        </p:pic>
      </p:grpSp>
      <p:sp>
        <p:nvSpPr>
          <p:cNvPr id="29" name="Text 9">
            <a:extLst>
              <a:ext uri="{FF2B5EF4-FFF2-40B4-BE49-F238E27FC236}">
                <a16:creationId xmlns:a16="http://schemas.microsoft.com/office/drawing/2014/main" id="{FE7DF0E1-9D9D-AD57-5291-5E833D5FB207}"/>
              </a:ext>
            </a:extLst>
          </p:cNvPr>
          <p:cNvSpPr/>
          <p:nvPr/>
        </p:nvSpPr>
        <p:spPr>
          <a:xfrm>
            <a:off x="786967" y="5031331"/>
            <a:ext cx="10853352" cy="933584"/>
          </a:xfrm>
          <a:prstGeom prst="rect">
            <a:avLst/>
          </a:prstGeom>
          <a:noFill/>
          <a:ln/>
        </p:spPr>
        <p:txBody>
          <a:bodyPr wrap="square" rtlCol="0" anchor="ctr"/>
          <a:lstStyle/>
          <a:p>
            <a:r>
              <a:rPr lang="en-US" sz="1600" b="1">
                <a:solidFill>
                  <a:schemeClr val="bg1"/>
                </a:solidFill>
                <a:ea typeface="Calibri" pitchFamily="34" charset="-122"/>
                <a:cs typeface="Calibri" pitchFamily="34" charset="-120"/>
              </a:rPr>
              <a:t>Conclusion:   </a:t>
            </a:r>
            <a:r>
              <a:rPr lang="en-US" sz="1600">
                <a:solidFill>
                  <a:schemeClr val="bg1"/>
                </a:solidFill>
              </a:rPr>
              <a:t>Our measurements show that Matter meaningfully improves long-standing IoT security weaknesses through enforced encryption and authentication — but practical security and privacy properties remain heavily dependent on vendor implementations. Stronger adherence to the specification and clearer regulatory mandates will be necessary if Matter is to deliver on its stated goals.</a:t>
            </a:r>
          </a:p>
        </p:txBody>
      </p:sp>
      <p:sp>
        <p:nvSpPr>
          <p:cNvPr id="31" name="Slide Number Placeholder 30">
            <a:extLst>
              <a:ext uri="{FF2B5EF4-FFF2-40B4-BE49-F238E27FC236}">
                <a16:creationId xmlns:a16="http://schemas.microsoft.com/office/drawing/2014/main" id="{35E742AF-B2CD-49BA-6274-A17D13203FEA}"/>
              </a:ext>
            </a:extLst>
          </p:cNvPr>
          <p:cNvSpPr>
            <a:spLocks noGrp="1"/>
          </p:cNvSpPr>
          <p:nvPr>
            <p:ph type="sldNum" sz="quarter" idx="12"/>
          </p:nvPr>
        </p:nvSpPr>
        <p:spPr/>
        <p:txBody>
          <a:bodyPr/>
          <a:lstStyle/>
          <a:p>
            <a:fld id="{F8B2AEEB-57C9-4BA6-8192-32186CDF2FF3}" type="slidenum">
              <a:rPr lang="en-US" smtClean="0"/>
              <a:t>21</a:t>
            </a:fld>
            <a:endParaRPr lang="en-US"/>
          </a:p>
        </p:txBody>
      </p:sp>
      <p:sp>
        <p:nvSpPr>
          <p:cNvPr id="9" name="Subtitle 2">
            <a:extLst>
              <a:ext uri="{FF2B5EF4-FFF2-40B4-BE49-F238E27FC236}">
                <a16:creationId xmlns:a16="http://schemas.microsoft.com/office/drawing/2014/main" id="{4815BF96-E1A2-DB91-F0B1-B14925867D71}"/>
              </a:ext>
            </a:extLst>
          </p:cNvPr>
          <p:cNvSpPr txBox="1">
            <a:spLocks/>
          </p:cNvSpPr>
          <p:nvPr/>
        </p:nvSpPr>
        <p:spPr>
          <a:xfrm>
            <a:off x="9670231" y="5387294"/>
            <a:ext cx="2521769" cy="621167"/>
          </a:xfrm>
          <a:prstGeom prst="rect">
            <a:avLst/>
          </a:prstGeom>
        </p:spPr>
        <p:txBody>
          <a:bodyPr vert="horz" lIns="91440" tIns="45720" rIns="91440" bIns="45720" rtlCol="0" anchor="ctr"/>
          <a:lstStyle>
            <a:defPPr>
              <a:defRPr lang="en-US"/>
            </a:defPPr>
            <a:lvl1pPr marL="0" indent="0" algn="l" defTabSz="914400">
              <a:buNone/>
              <a:defRPr sz="1200" kern="1200">
                <a:solidFill>
                  <a:schemeClr val="tx1">
                    <a:tint val="82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r>
              <a:rPr lang="en-GB" sz="1800" b="1">
                <a:solidFill>
                  <a:srgbClr val="000000"/>
                </a:solidFill>
                <a:latin typeface="Arial" panose="020B0604020202020204" pitchFamily="34" charset="0"/>
                <a:cs typeface="Arial" panose="020B0604020202020204" pitchFamily="34" charset="0"/>
              </a:rPr>
              <a:t>Follow us:</a:t>
            </a:r>
          </a:p>
          <a:p>
            <a:r>
              <a:rPr lang="en-GB" sz="1400">
                <a:solidFill>
                  <a:srgbClr val="386573"/>
                </a:solidFill>
                <a:cs typeface="Arial" panose="020B0604020202020204" pitchFamily="34" charset="0"/>
                <a:hlinkClick r:id="rId6"/>
              </a:rPr>
              <a:t>https://safenetiot.github.io/</a:t>
            </a:r>
            <a:r>
              <a:rPr lang="zh-CN" altLang="en-US" sz="1400">
                <a:solidFill>
                  <a:srgbClr val="386573"/>
                </a:solidFill>
                <a:cs typeface="Arial" panose="020B0604020202020204" pitchFamily="34" charset="0"/>
              </a:rPr>
              <a:t> </a:t>
            </a:r>
            <a:r>
              <a:rPr lang="en-US" altLang="zh-CN" sz="1400">
                <a:solidFill>
                  <a:srgbClr val="386573"/>
                </a:solidFill>
                <a:cs typeface="Arial" panose="020B0604020202020204" pitchFamily="34" charset="0"/>
              </a:rPr>
              <a:t> </a:t>
            </a:r>
            <a:endParaRPr lang="en-GB" sz="1400">
              <a:solidFill>
                <a:srgbClr val="386573"/>
              </a:solidFill>
              <a:cs typeface="Arial" panose="020B0604020202020204" pitchFamily="34" charset="0"/>
            </a:endParaRPr>
          </a:p>
          <a:p>
            <a:endParaRPr lang="en-US"/>
          </a:p>
        </p:txBody>
      </p:sp>
      <p:pic>
        <p:nvPicPr>
          <p:cNvPr id="10" name="Picture 9">
            <a:extLst>
              <a:ext uri="{FF2B5EF4-FFF2-40B4-BE49-F238E27FC236}">
                <a16:creationId xmlns:a16="http://schemas.microsoft.com/office/drawing/2014/main" id="{D1DCB623-C887-15E6-C5FB-FB5A5DA7900D}"/>
              </a:ext>
            </a:extLst>
          </p:cNvPr>
          <p:cNvPicPr>
            <a:picLocks noChangeAspect="1"/>
          </p:cNvPicPr>
          <p:nvPr/>
        </p:nvPicPr>
        <p:blipFill>
          <a:blip r:embed="rId7"/>
          <a:stretch>
            <a:fillRect/>
          </a:stretch>
        </p:blipFill>
        <p:spPr>
          <a:xfrm>
            <a:off x="9660697" y="757028"/>
            <a:ext cx="2092550" cy="1395033"/>
          </a:xfrm>
          <a:prstGeom prst="rect">
            <a:avLst/>
          </a:prstGeom>
        </p:spPr>
      </p:pic>
      <p:pic>
        <p:nvPicPr>
          <p:cNvPr id="18" name="Picture 17">
            <a:extLst>
              <a:ext uri="{FF2B5EF4-FFF2-40B4-BE49-F238E27FC236}">
                <a16:creationId xmlns:a16="http://schemas.microsoft.com/office/drawing/2014/main" id="{8C89F1A9-D393-B1E6-911D-DB1C3CB008E5}"/>
              </a:ext>
            </a:extLst>
          </p:cNvPr>
          <p:cNvPicPr>
            <a:picLocks noChangeAspect="1"/>
          </p:cNvPicPr>
          <p:nvPr/>
        </p:nvPicPr>
        <p:blipFill>
          <a:blip r:embed="rId8"/>
          <a:stretch>
            <a:fillRect/>
          </a:stretch>
        </p:blipFill>
        <p:spPr>
          <a:xfrm>
            <a:off x="9594982" y="2152061"/>
            <a:ext cx="2366487" cy="3154382"/>
          </a:xfrm>
          <a:prstGeom prst="rect">
            <a:avLst/>
          </a:prstGeom>
        </p:spPr>
      </p:pic>
      <p:sp>
        <p:nvSpPr>
          <p:cNvPr id="26" name="TextBox 25">
            <a:extLst>
              <a:ext uri="{FF2B5EF4-FFF2-40B4-BE49-F238E27FC236}">
                <a16:creationId xmlns:a16="http://schemas.microsoft.com/office/drawing/2014/main" id="{FA99EF81-79C8-0CDF-BDB6-4B8969D898B8}"/>
              </a:ext>
            </a:extLst>
          </p:cNvPr>
          <p:cNvSpPr txBox="1"/>
          <p:nvPr/>
        </p:nvSpPr>
        <p:spPr>
          <a:xfrm>
            <a:off x="324512" y="885752"/>
            <a:ext cx="6101254" cy="1508105"/>
          </a:xfrm>
          <a:prstGeom prst="rect">
            <a:avLst/>
          </a:prstGeom>
          <a:noFill/>
        </p:spPr>
        <p:txBody>
          <a:bodyPr wrap="square">
            <a:spAutoFit/>
          </a:bodyPr>
          <a:lstStyle/>
          <a:p>
            <a:r>
              <a:rPr lang="en-US" b="1"/>
              <a:t>Beyond the Hype: Empirical Analysis of Matter Standard’s Security and Privacy</a:t>
            </a:r>
            <a:endParaRPr lang="en-US"/>
          </a:p>
          <a:p>
            <a:endParaRPr lang="en-US" sz="1400"/>
          </a:p>
          <a:p>
            <a:r>
              <a:rPr lang="de-DE" sz="1400"/>
              <a:t>ACM ISBN 979-8-4007-2327-8/26/10</a:t>
            </a:r>
          </a:p>
          <a:p>
            <a:r>
              <a:rPr lang="de-DE" sz="1400">
                <a:hlinkClick r:id="rId9"/>
              </a:rPr>
              <a:t>https://doi.org/10.1145/3777912.3809142</a:t>
            </a:r>
            <a:endParaRPr lang="de-DE" sz="1400"/>
          </a:p>
          <a:p>
            <a:r>
              <a:rPr lang="de-DE" sz="1400">
                <a:hlinkClick r:id="rId10"/>
              </a:rPr>
              <a:t>https://conferences.sigcomm.org/imc/2026/</a:t>
            </a:r>
            <a:r>
              <a:rPr lang="de-DE" sz="1400"/>
              <a:t> </a:t>
            </a:r>
            <a:endParaRPr lang="en-US"/>
          </a:p>
        </p:txBody>
      </p:sp>
      <p:sp>
        <p:nvSpPr>
          <p:cNvPr id="32" name="TextBox 31">
            <a:extLst>
              <a:ext uri="{FF2B5EF4-FFF2-40B4-BE49-F238E27FC236}">
                <a16:creationId xmlns:a16="http://schemas.microsoft.com/office/drawing/2014/main" id="{A141447D-9FF4-D5FE-6E67-B26B4D18A7A5}"/>
              </a:ext>
            </a:extLst>
          </p:cNvPr>
          <p:cNvSpPr txBox="1"/>
          <p:nvPr/>
        </p:nvSpPr>
        <p:spPr>
          <a:xfrm>
            <a:off x="323823" y="2757603"/>
            <a:ext cx="7829577" cy="830997"/>
          </a:xfrm>
          <a:prstGeom prst="rect">
            <a:avLst/>
          </a:prstGeom>
          <a:noFill/>
        </p:spPr>
        <p:txBody>
          <a:bodyPr wrap="square" lIns="91440" tIns="45720" rIns="91440" bIns="45720" anchor="t">
            <a:spAutoFit/>
          </a:bodyPr>
          <a:lstStyle/>
          <a:p>
            <a:r>
              <a:rPr lang="en-US" sz="1600"/>
              <a:t>Add here QR code to the website page of the paper and link : </a:t>
            </a:r>
            <a:r>
              <a:rPr lang="en-US" sz="1600">
                <a:ea typeface="+mn-lt"/>
                <a:cs typeface="+mn-lt"/>
                <a:hlinkClick r:id="rId11"/>
              </a:rPr>
              <a:t>https://safenetiot.github.io/research/Mattersecpriv</a:t>
            </a:r>
            <a:endParaRPr lang="en-US">
              <a:ea typeface="+mn-lt"/>
              <a:cs typeface="+mn-lt"/>
            </a:endParaRPr>
          </a:p>
          <a:p>
            <a:r>
              <a:rPr lang="en-US" sz="1600"/>
              <a:t>In the website you are missing the link to </a:t>
            </a:r>
            <a:r>
              <a:rPr lang="en-US" sz="1600" err="1"/>
              <a:t>github</a:t>
            </a:r>
            <a:r>
              <a:rPr lang="en-US" sz="1600"/>
              <a:t> under resources </a:t>
            </a:r>
          </a:p>
        </p:txBody>
      </p:sp>
    </p:spTree>
    <p:extLst>
      <p:ext uri="{BB962C8B-B14F-4D97-AF65-F5344CB8AC3E}">
        <p14:creationId xmlns:p14="http://schemas.microsoft.com/office/powerpoint/2010/main" val="1850220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2026-06-03T00:05:15Z</dcterms:created>
  <dcterms:modified xsi:type="dcterms:W3CDTF">2026-09-21T08:18:45Z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A71EAC67EDEADAEBBB6F1F6A104162A5_42</vt:lpwstr>
  </property>
</Properties>
</file>